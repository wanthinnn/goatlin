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672" r:id="rId1"/>
  </p:sldMasterIdLst>
  <p:notesMasterIdLst>
    <p:notesMasterId r:id="rId90"/>
  </p:notesMasterIdLst>
  <p:sldIdLst>
    <p:sldId id="256" r:id="rId2"/>
    <p:sldId id="258" r:id="rId3"/>
    <p:sldId id="388" r:id="rId4"/>
    <p:sldId id="389" r:id="rId5"/>
    <p:sldId id="402" r:id="rId6"/>
    <p:sldId id="404" r:id="rId7"/>
    <p:sldId id="405" r:id="rId8"/>
    <p:sldId id="390" r:id="rId9"/>
    <p:sldId id="393" r:id="rId10"/>
    <p:sldId id="277" r:id="rId11"/>
    <p:sldId id="395" r:id="rId12"/>
    <p:sldId id="397" r:id="rId13"/>
    <p:sldId id="396" r:id="rId14"/>
    <p:sldId id="398" r:id="rId15"/>
    <p:sldId id="400" r:id="rId16"/>
    <p:sldId id="259" r:id="rId17"/>
    <p:sldId id="394" r:id="rId18"/>
    <p:sldId id="291" r:id="rId19"/>
    <p:sldId id="292" r:id="rId20"/>
    <p:sldId id="293" r:id="rId21"/>
    <p:sldId id="294" r:id="rId22"/>
    <p:sldId id="295" r:id="rId23"/>
    <p:sldId id="287" r:id="rId24"/>
    <p:sldId id="391" r:id="rId25"/>
    <p:sldId id="296" r:id="rId26"/>
    <p:sldId id="297" r:id="rId27"/>
    <p:sldId id="278" r:id="rId28"/>
    <p:sldId id="308" r:id="rId29"/>
    <p:sldId id="309" r:id="rId30"/>
    <p:sldId id="300" r:id="rId31"/>
    <p:sldId id="304" r:id="rId32"/>
    <p:sldId id="310" r:id="rId33"/>
    <p:sldId id="305" r:id="rId34"/>
    <p:sldId id="306" r:id="rId35"/>
    <p:sldId id="279" r:id="rId36"/>
    <p:sldId id="311" r:id="rId37"/>
    <p:sldId id="312" r:id="rId38"/>
    <p:sldId id="313" r:id="rId39"/>
    <p:sldId id="317" r:id="rId40"/>
    <p:sldId id="321" r:id="rId41"/>
    <p:sldId id="322" r:id="rId42"/>
    <p:sldId id="318" r:id="rId43"/>
    <p:sldId id="319" r:id="rId44"/>
    <p:sldId id="280" r:id="rId45"/>
    <p:sldId id="325" r:id="rId46"/>
    <p:sldId id="326" r:id="rId47"/>
    <p:sldId id="327" r:id="rId48"/>
    <p:sldId id="331" r:id="rId49"/>
    <p:sldId id="328" r:id="rId50"/>
    <p:sldId id="329" r:id="rId51"/>
    <p:sldId id="281" r:id="rId52"/>
    <p:sldId id="332" r:id="rId53"/>
    <p:sldId id="333" r:id="rId54"/>
    <p:sldId id="334" r:id="rId55"/>
    <p:sldId id="335" r:id="rId56"/>
    <p:sldId id="336" r:id="rId57"/>
    <p:sldId id="339" r:id="rId58"/>
    <p:sldId id="337" r:id="rId59"/>
    <p:sldId id="282" r:id="rId60"/>
    <p:sldId id="340" r:id="rId61"/>
    <p:sldId id="341" r:id="rId62"/>
    <p:sldId id="342" r:id="rId63"/>
    <p:sldId id="343" r:id="rId64"/>
    <p:sldId id="344" r:id="rId65"/>
    <p:sldId id="346" r:id="rId66"/>
    <p:sldId id="347" r:id="rId67"/>
    <p:sldId id="283" r:id="rId68"/>
    <p:sldId id="349" r:id="rId69"/>
    <p:sldId id="350" r:id="rId70"/>
    <p:sldId id="355" r:id="rId71"/>
    <p:sldId id="379" r:id="rId72"/>
    <p:sldId id="380" r:id="rId73"/>
    <p:sldId id="381" r:id="rId74"/>
    <p:sldId id="382" r:id="rId75"/>
    <p:sldId id="383" r:id="rId76"/>
    <p:sldId id="356" r:id="rId77"/>
    <p:sldId id="357" r:id="rId78"/>
    <p:sldId id="284" r:id="rId79"/>
    <p:sldId id="359" r:id="rId80"/>
    <p:sldId id="360" r:id="rId81"/>
    <p:sldId id="365" r:id="rId82"/>
    <p:sldId id="285" r:id="rId83"/>
    <p:sldId id="369" r:id="rId84"/>
    <p:sldId id="370" r:id="rId85"/>
    <p:sldId id="384" r:id="rId86"/>
    <p:sldId id="399" r:id="rId87"/>
    <p:sldId id="401" r:id="rId88"/>
    <p:sldId id="386" r:id="rId89"/>
  </p:sldIdLst>
  <p:sldSz cx="9144000" cy="5143500" type="screen16x9"/>
  <p:notesSz cx="6858000" cy="9144000"/>
  <p:embeddedFontLst>
    <p:embeddedFont>
      <p:font typeface="Montserrat" panose="00000500000000000000" pitchFamily="2" charset="0"/>
      <p:regular r:id="rId91"/>
      <p:bold r:id="rId92"/>
    </p:embeddedFont>
    <p:embeddedFont>
      <p:font typeface="Onest" panose="020B0604020202020204" charset="0"/>
      <p:regular r:id="rId93"/>
      <p:bold r:id="rId94"/>
    </p:embeddedFont>
    <p:embeddedFont>
      <p:font typeface="Open Sans" panose="020B0606030504020204" pitchFamily="34" charset="0"/>
      <p:regular r:id="rId95"/>
      <p:bold r:id="rId96"/>
      <p:italic r:id="rId97"/>
      <p:boldItalic r:id="rId98"/>
    </p:embeddedFont>
    <p:embeddedFont>
      <p:font typeface="Roboto Condensed Light" panose="02000000000000000000" pitchFamily="2" charset="0"/>
      <p:regular r:id="rId99"/>
      <p:italic r:id="rId100"/>
    </p:embeddedFont>
    <p:embeddedFont>
      <p:font typeface="Segoe UI" panose="020B0502040204020203" pitchFamily="34" charset="0"/>
      <p:regular r:id="rId101"/>
      <p:bold r:id="rId102"/>
      <p:italic r:id="rId103"/>
      <p:boldItalic r:id="rId104"/>
    </p:embeddedFont>
    <p:embeddedFont>
      <p:font typeface="Segoe UI Black" panose="020B0A02040204020203" pitchFamily="34" charset="0"/>
      <p:bold r:id="rId105"/>
      <p:boldItalic r:id="rId106"/>
    </p:embeddedFont>
    <p:embeddedFont>
      <p:font typeface="Segoe UI Variable Text" pitchFamily="2" charset="0"/>
      <p:regular r:id="rId107"/>
      <p:bold r:id="rId10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9A0AAE-3115-473C-BDA8-377959B829D1}" v="7" dt="2024-12-13T07:54:27.483"/>
  </p1510:revLst>
</p1510:revInfo>
</file>

<file path=ppt/tableStyles.xml><?xml version="1.0" encoding="utf-8"?>
<a:tblStyleLst xmlns:a="http://schemas.openxmlformats.org/drawingml/2006/main" def="{C8D6BFB9-08DC-4C08-AC5F-8D1C368DBD98}">
  <a:tblStyle styleId="{C8D6BFB9-08DC-4C08-AC5F-8D1C368DBD9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126" autoAdjust="0"/>
  </p:normalViewPr>
  <p:slideViewPr>
    <p:cSldViewPr snapToGrid="0">
      <p:cViewPr varScale="1">
        <p:scale>
          <a:sx n="86" d="100"/>
          <a:sy n="86" d="100"/>
        </p:scale>
        <p:origin x="13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font" Target="fonts/font17.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2.fntdata"/><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3.fntdata"/><Relationship Id="rId108" Type="http://schemas.openxmlformats.org/officeDocument/2006/relationships/font" Target="fonts/font18.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6.fntdata"/><Relationship Id="rId114"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7.fntdata"/><Relationship Id="rId104"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0.fntdata"/><Relationship Id="rId105"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ại Quan Thiên" userId="7122f88e-d84d-4065-8574-ab3849c907ee" providerId="ADAL" clId="{6B9A0AAE-3115-473C-BDA8-377959B829D1}"/>
    <pc:docChg chg="custSel addSld delSld modSld">
      <pc:chgData name="Lại Quan Thiên" userId="7122f88e-d84d-4065-8574-ab3849c907ee" providerId="ADAL" clId="{6B9A0AAE-3115-473C-BDA8-377959B829D1}" dt="2025-01-01T12:32:03.489" v="208" actId="47"/>
      <pc:docMkLst>
        <pc:docMk/>
      </pc:docMkLst>
      <pc:sldChg chg="mod modShow">
        <pc:chgData name="Lại Quan Thiên" userId="7122f88e-d84d-4065-8574-ab3849c907ee" providerId="ADAL" clId="{6B9A0AAE-3115-473C-BDA8-377959B829D1}" dt="2025-01-01T12:30:55.715" v="199" actId="729"/>
        <pc:sldMkLst>
          <pc:docMk/>
          <pc:sldMk cId="0" sldId="256"/>
        </pc:sldMkLst>
      </pc:sldChg>
      <pc:sldChg chg="mod modShow">
        <pc:chgData name="Lại Quan Thiên" userId="7122f88e-d84d-4065-8574-ab3849c907ee" providerId="ADAL" clId="{6B9A0AAE-3115-473C-BDA8-377959B829D1}" dt="2025-01-01T12:30:55.715" v="199" actId="729"/>
        <pc:sldMkLst>
          <pc:docMk/>
          <pc:sldMk cId="0" sldId="258"/>
        </pc:sldMkLst>
      </pc:sldChg>
      <pc:sldChg chg="mod modShow">
        <pc:chgData name="Lại Quan Thiên" userId="7122f88e-d84d-4065-8574-ab3849c907ee" providerId="ADAL" clId="{6B9A0AAE-3115-473C-BDA8-377959B829D1}" dt="2025-01-01T12:30:55.715" v="199" actId="729"/>
        <pc:sldMkLst>
          <pc:docMk/>
          <pc:sldMk cId="0" sldId="259"/>
        </pc:sldMkLst>
      </pc:sldChg>
      <pc:sldChg chg="mod modShow">
        <pc:chgData name="Lại Quan Thiên" userId="7122f88e-d84d-4065-8574-ab3849c907ee" providerId="ADAL" clId="{6B9A0AAE-3115-473C-BDA8-377959B829D1}" dt="2025-01-01T12:30:55.715" v="199" actId="729"/>
        <pc:sldMkLst>
          <pc:docMk/>
          <pc:sldMk cId="0" sldId="277"/>
        </pc:sldMkLst>
      </pc:sldChg>
      <pc:sldChg chg="mod modShow">
        <pc:chgData name="Lại Quan Thiên" userId="7122f88e-d84d-4065-8574-ab3849c907ee" providerId="ADAL" clId="{6B9A0AAE-3115-473C-BDA8-377959B829D1}" dt="2025-01-01T12:30:55.715" v="199" actId="729"/>
        <pc:sldMkLst>
          <pc:docMk/>
          <pc:sldMk cId="2514114632" sldId="278"/>
        </pc:sldMkLst>
      </pc:sldChg>
      <pc:sldChg chg="mod modShow">
        <pc:chgData name="Lại Quan Thiên" userId="7122f88e-d84d-4065-8574-ab3849c907ee" providerId="ADAL" clId="{6B9A0AAE-3115-473C-BDA8-377959B829D1}" dt="2025-01-01T12:30:55.715" v="199" actId="729"/>
        <pc:sldMkLst>
          <pc:docMk/>
          <pc:sldMk cId="1766152705" sldId="279"/>
        </pc:sldMkLst>
      </pc:sldChg>
      <pc:sldChg chg="mod modShow">
        <pc:chgData name="Lại Quan Thiên" userId="7122f88e-d84d-4065-8574-ab3849c907ee" providerId="ADAL" clId="{6B9A0AAE-3115-473C-BDA8-377959B829D1}" dt="2025-01-01T12:30:55.715" v="199" actId="729"/>
        <pc:sldMkLst>
          <pc:docMk/>
          <pc:sldMk cId="3084001268" sldId="280"/>
        </pc:sldMkLst>
      </pc:sldChg>
      <pc:sldChg chg="mod modShow">
        <pc:chgData name="Lại Quan Thiên" userId="7122f88e-d84d-4065-8574-ab3849c907ee" providerId="ADAL" clId="{6B9A0AAE-3115-473C-BDA8-377959B829D1}" dt="2025-01-01T12:30:55.715" v="199" actId="729"/>
        <pc:sldMkLst>
          <pc:docMk/>
          <pc:sldMk cId="637269341" sldId="281"/>
        </pc:sldMkLst>
      </pc:sldChg>
      <pc:sldChg chg="mod modShow">
        <pc:chgData name="Lại Quan Thiên" userId="7122f88e-d84d-4065-8574-ab3849c907ee" providerId="ADAL" clId="{6B9A0AAE-3115-473C-BDA8-377959B829D1}" dt="2025-01-01T12:30:55.715" v="199" actId="729"/>
        <pc:sldMkLst>
          <pc:docMk/>
          <pc:sldMk cId="4269743682" sldId="282"/>
        </pc:sldMkLst>
      </pc:sldChg>
      <pc:sldChg chg="mod modShow">
        <pc:chgData name="Lại Quan Thiên" userId="7122f88e-d84d-4065-8574-ab3849c907ee" providerId="ADAL" clId="{6B9A0AAE-3115-473C-BDA8-377959B829D1}" dt="2025-01-01T12:30:55.715" v="199" actId="729"/>
        <pc:sldMkLst>
          <pc:docMk/>
          <pc:sldMk cId="3515137512" sldId="283"/>
        </pc:sldMkLst>
      </pc:sldChg>
      <pc:sldChg chg="mod modShow">
        <pc:chgData name="Lại Quan Thiên" userId="7122f88e-d84d-4065-8574-ab3849c907ee" providerId="ADAL" clId="{6B9A0AAE-3115-473C-BDA8-377959B829D1}" dt="2025-01-01T12:30:55.715" v="199" actId="729"/>
        <pc:sldMkLst>
          <pc:docMk/>
          <pc:sldMk cId="3038320900" sldId="284"/>
        </pc:sldMkLst>
      </pc:sldChg>
      <pc:sldChg chg="mod modShow">
        <pc:chgData name="Lại Quan Thiên" userId="7122f88e-d84d-4065-8574-ab3849c907ee" providerId="ADAL" clId="{6B9A0AAE-3115-473C-BDA8-377959B829D1}" dt="2025-01-01T12:30:55.715" v="199" actId="729"/>
        <pc:sldMkLst>
          <pc:docMk/>
          <pc:sldMk cId="1713076938" sldId="285"/>
        </pc:sldMkLst>
      </pc:sldChg>
      <pc:sldChg chg="mod modShow">
        <pc:chgData name="Lại Quan Thiên" userId="7122f88e-d84d-4065-8574-ab3849c907ee" providerId="ADAL" clId="{6B9A0AAE-3115-473C-BDA8-377959B829D1}" dt="2025-01-01T12:30:55.715" v="199" actId="729"/>
        <pc:sldMkLst>
          <pc:docMk/>
          <pc:sldMk cId="1607197195" sldId="287"/>
        </pc:sldMkLst>
      </pc:sldChg>
      <pc:sldChg chg="del mod modShow">
        <pc:chgData name="Lại Quan Thiên" userId="7122f88e-d84d-4065-8574-ab3849c907ee" providerId="ADAL" clId="{6B9A0AAE-3115-473C-BDA8-377959B829D1}" dt="2025-01-01T12:31:12.711" v="200" actId="47"/>
        <pc:sldMkLst>
          <pc:docMk/>
          <pc:sldMk cId="3499349512" sldId="290"/>
        </pc:sldMkLst>
      </pc:sldChg>
      <pc:sldChg chg="mod modShow">
        <pc:chgData name="Lại Quan Thiên" userId="7122f88e-d84d-4065-8574-ab3849c907ee" providerId="ADAL" clId="{6B9A0AAE-3115-473C-BDA8-377959B829D1}" dt="2025-01-01T12:30:55.715" v="199" actId="729"/>
        <pc:sldMkLst>
          <pc:docMk/>
          <pc:sldMk cId="1889632322" sldId="291"/>
        </pc:sldMkLst>
      </pc:sldChg>
      <pc:sldChg chg="mod modShow">
        <pc:chgData name="Lại Quan Thiên" userId="7122f88e-d84d-4065-8574-ab3849c907ee" providerId="ADAL" clId="{6B9A0AAE-3115-473C-BDA8-377959B829D1}" dt="2025-01-01T12:30:55.715" v="199" actId="729"/>
        <pc:sldMkLst>
          <pc:docMk/>
          <pc:sldMk cId="3284255249" sldId="292"/>
        </pc:sldMkLst>
      </pc:sldChg>
      <pc:sldChg chg="mod modShow">
        <pc:chgData name="Lại Quan Thiên" userId="7122f88e-d84d-4065-8574-ab3849c907ee" providerId="ADAL" clId="{6B9A0AAE-3115-473C-BDA8-377959B829D1}" dt="2025-01-01T12:30:55.715" v="199" actId="729"/>
        <pc:sldMkLst>
          <pc:docMk/>
          <pc:sldMk cId="1862134808" sldId="293"/>
        </pc:sldMkLst>
      </pc:sldChg>
      <pc:sldChg chg="mod modShow">
        <pc:chgData name="Lại Quan Thiên" userId="7122f88e-d84d-4065-8574-ab3849c907ee" providerId="ADAL" clId="{6B9A0AAE-3115-473C-BDA8-377959B829D1}" dt="2025-01-01T12:30:55.715" v="199" actId="729"/>
        <pc:sldMkLst>
          <pc:docMk/>
          <pc:sldMk cId="1895210113" sldId="294"/>
        </pc:sldMkLst>
      </pc:sldChg>
      <pc:sldChg chg="mod modShow">
        <pc:chgData name="Lại Quan Thiên" userId="7122f88e-d84d-4065-8574-ab3849c907ee" providerId="ADAL" clId="{6B9A0AAE-3115-473C-BDA8-377959B829D1}" dt="2025-01-01T12:30:55.715" v="199" actId="729"/>
        <pc:sldMkLst>
          <pc:docMk/>
          <pc:sldMk cId="1454739656" sldId="295"/>
        </pc:sldMkLst>
      </pc:sldChg>
      <pc:sldChg chg="mod modShow">
        <pc:chgData name="Lại Quan Thiên" userId="7122f88e-d84d-4065-8574-ab3849c907ee" providerId="ADAL" clId="{6B9A0AAE-3115-473C-BDA8-377959B829D1}" dt="2025-01-01T12:30:55.715" v="199" actId="729"/>
        <pc:sldMkLst>
          <pc:docMk/>
          <pc:sldMk cId="418736414" sldId="296"/>
        </pc:sldMkLst>
      </pc:sldChg>
      <pc:sldChg chg="mod modShow">
        <pc:chgData name="Lại Quan Thiên" userId="7122f88e-d84d-4065-8574-ab3849c907ee" providerId="ADAL" clId="{6B9A0AAE-3115-473C-BDA8-377959B829D1}" dt="2025-01-01T12:30:55.715" v="199" actId="729"/>
        <pc:sldMkLst>
          <pc:docMk/>
          <pc:sldMk cId="2666680418" sldId="297"/>
        </pc:sldMkLst>
      </pc:sldChg>
      <pc:sldChg chg="mod modShow">
        <pc:chgData name="Lại Quan Thiên" userId="7122f88e-d84d-4065-8574-ab3849c907ee" providerId="ADAL" clId="{6B9A0AAE-3115-473C-BDA8-377959B829D1}" dt="2025-01-01T12:30:55.715" v="199" actId="729"/>
        <pc:sldMkLst>
          <pc:docMk/>
          <pc:sldMk cId="476218082" sldId="300"/>
        </pc:sldMkLst>
      </pc:sldChg>
      <pc:sldChg chg="addSp delSp modSp mod modShow">
        <pc:chgData name="Lại Quan Thiên" userId="7122f88e-d84d-4065-8574-ab3849c907ee" providerId="ADAL" clId="{6B9A0AAE-3115-473C-BDA8-377959B829D1}" dt="2025-01-01T12:30:55.715" v="199" actId="729"/>
        <pc:sldMkLst>
          <pc:docMk/>
          <pc:sldMk cId="3484818886" sldId="304"/>
        </pc:sldMkLst>
        <pc:picChg chg="add mod">
          <ac:chgData name="Lại Quan Thiên" userId="7122f88e-d84d-4065-8574-ab3849c907ee" providerId="ADAL" clId="{6B9A0AAE-3115-473C-BDA8-377959B829D1}" dt="2024-12-13T07:44:07.204" v="21" actId="1076"/>
          <ac:picMkLst>
            <pc:docMk/>
            <pc:sldMk cId="3484818886" sldId="304"/>
            <ac:picMk id="4" creationId="{55A5C90C-2D0F-30BF-1478-51C5D149AFFE}"/>
          </ac:picMkLst>
        </pc:picChg>
      </pc:sldChg>
      <pc:sldChg chg="mod modShow">
        <pc:chgData name="Lại Quan Thiên" userId="7122f88e-d84d-4065-8574-ab3849c907ee" providerId="ADAL" clId="{6B9A0AAE-3115-473C-BDA8-377959B829D1}" dt="2025-01-01T12:30:55.715" v="199" actId="729"/>
        <pc:sldMkLst>
          <pc:docMk/>
          <pc:sldMk cId="2816068163" sldId="305"/>
        </pc:sldMkLst>
      </pc:sldChg>
      <pc:sldChg chg="mod modShow">
        <pc:chgData name="Lại Quan Thiên" userId="7122f88e-d84d-4065-8574-ab3849c907ee" providerId="ADAL" clId="{6B9A0AAE-3115-473C-BDA8-377959B829D1}" dt="2025-01-01T12:30:55.715" v="199" actId="729"/>
        <pc:sldMkLst>
          <pc:docMk/>
          <pc:sldMk cId="3824118180" sldId="306"/>
        </pc:sldMkLst>
      </pc:sldChg>
      <pc:sldChg chg="del mod modShow">
        <pc:chgData name="Lại Quan Thiên" userId="7122f88e-d84d-4065-8574-ab3849c907ee" providerId="ADAL" clId="{6B9A0AAE-3115-473C-BDA8-377959B829D1}" dt="2025-01-01T12:31:42.338" v="201" actId="47"/>
        <pc:sldMkLst>
          <pc:docMk/>
          <pc:sldMk cId="978946605" sldId="307"/>
        </pc:sldMkLst>
      </pc:sldChg>
      <pc:sldChg chg="mod modShow">
        <pc:chgData name="Lại Quan Thiên" userId="7122f88e-d84d-4065-8574-ab3849c907ee" providerId="ADAL" clId="{6B9A0AAE-3115-473C-BDA8-377959B829D1}" dt="2025-01-01T12:30:55.715" v="199" actId="729"/>
        <pc:sldMkLst>
          <pc:docMk/>
          <pc:sldMk cId="3392316816" sldId="308"/>
        </pc:sldMkLst>
      </pc:sldChg>
      <pc:sldChg chg="mod modShow">
        <pc:chgData name="Lại Quan Thiên" userId="7122f88e-d84d-4065-8574-ab3849c907ee" providerId="ADAL" clId="{6B9A0AAE-3115-473C-BDA8-377959B829D1}" dt="2025-01-01T12:30:55.715" v="199" actId="729"/>
        <pc:sldMkLst>
          <pc:docMk/>
          <pc:sldMk cId="3339355855" sldId="309"/>
        </pc:sldMkLst>
      </pc:sldChg>
      <pc:sldChg chg="addSp delSp modSp mod modShow">
        <pc:chgData name="Lại Quan Thiên" userId="7122f88e-d84d-4065-8574-ab3849c907ee" providerId="ADAL" clId="{6B9A0AAE-3115-473C-BDA8-377959B829D1}" dt="2025-01-01T12:30:55.715" v="199" actId="729"/>
        <pc:sldMkLst>
          <pc:docMk/>
          <pc:sldMk cId="2551882440" sldId="310"/>
        </pc:sldMkLst>
        <pc:picChg chg="add mod">
          <ac:chgData name="Lại Quan Thiên" userId="7122f88e-d84d-4065-8574-ab3849c907ee" providerId="ADAL" clId="{6B9A0AAE-3115-473C-BDA8-377959B829D1}" dt="2024-12-13T07:43:10.450" v="17" actId="208"/>
          <ac:picMkLst>
            <pc:docMk/>
            <pc:sldMk cId="2551882440" sldId="310"/>
            <ac:picMk id="4" creationId="{167EC1B7-776C-86D0-5F82-91FBD6957473}"/>
          </ac:picMkLst>
        </pc:picChg>
      </pc:sldChg>
      <pc:sldChg chg="mod modShow">
        <pc:chgData name="Lại Quan Thiên" userId="7122f88e-d84d-4065-8574-ab3849c907ee" providerId="ADAL" clId="{6B9A0AAE-3115-473C-BDA8-377959B829D1}" dt="2025-01-01T12:30:55.715" v="199" actId="729"/>
        <pc:sldMkLst>
          <pc:docMk/>
          <pc:sldMk cId="3758235496" sldId="311"/>
        </pc:sldMkLst>
      </pc:sldChg>
      <pc:sldChg chg="mod modShow">
        <pc:chgData name="Lại Quan Thiên" userId="7122f88e-d84d-4065-8574-ab3849c907ee" providerId="ADAL" clId="{6B9A0AAE-3115-473C-BDA8-377959B829D1}" dt="2025-01-01T12:30:55.715" v="199" actId="729"/>
        <pc:sldMkLst>
          <pc:docMk/>
          <pc:sldMk cId="3683040463" sldId="312"/>
        </pc:sldMkLst>
      </pc:sldChg>
      <pc:sldChg chg="mod modShow">
        <pc:chgData name="Lại Quan Thiên" userId="7122f88e-d84d-4065-8574-ab3849c907ee" providerId="ADAL" clId="{6B9A0AAE-3115-473C-BDA8-377959B829D1}" dt="2025-01-01T12:30:55.715" v="199" actId="729"/>
        <pc:sldMkLst>
          <pc:docMk/>
          <pc:sldMk cId="1352953611" sldId="313"/>
        </pc:sldMkLst>
      </pc:sldChg>
      <pc:sldChg chg="mod modShow">
        <pc:chgData name="Lại Quan Thiên" userId="7122f88e-d84d-4065-8574-ab3849c907ee" providerId="ADAL" clId="{6B9A0AAE-3115-473C-BDA8-377959B829D1}" dt="2025-01-01T12:30:55.715" v="199" actId="729"/>
        <pc:sldMkLst>
          <pc:docMk/>
          <pc:sldMk cId="3702372216" sldId="317"/>
        </pc:sldMkLst>
      </pc:sldChg>
      <pc:sldChg chg="mod modShow">
        <pc:chgData name="Lại Quan Thiên" userId="7122f88e-d84d-4065-8574-ab3849c907ee" providerId="ADAL" clId="{6B9A0AAE-3115-473C-BDA8-377959B829D1}" dt="2025-01-01T12:30:55.715" v="199" actId="729"/>
        <pc:sldMkLst>
          <pc:docMk/>
          <pc:sldMk cId="1302480775" sldId="318"/>
        </pc:sldMkLst>
      </pc:sldChg>
      <pc:sldChg chg="mod modShow">
        <pc:chgData name="Lại Quan Thiên" userId="7122f88e-d84d-4065-8574-ab3849c907ee" providerId="ADAL" clId="{6B9A0AAE-3115-473C-BDA8-377959B829D1}" dt="2025-01-01T12:30:55.715" v="199" actId="729"/>
        <pc:sldMkLst>
          <pc:docMk/>
          <pc:sldMk cId="1519588669" sldId="319"/>
        </pc:sldMkLst>
      </pc:sldChg>
      <pc:sldChg chg="del mod modShow">
        <pc:chgData name="Lại Quan Thiên" userId="7122f88e-d84d-4065-8574-ab3849c907ee" providerId="ADAL" clId="{6B9A0AAE-3115-473C-BDA8-377959B829D1}" dt="2025-01-01T12:31:46.158" v="202" actId="47"/>
        <pc:sldMkLst>
          <pc:docMk/>
          <pc:sldMk cId="1869930267" sldId="320"/>
        </pc:sldMkLst>
      </pc:sldChg>
      <pc:sldChg chg="mod modShow">
        <pc:chgData name="Lại Quan Thiên" userId="7122f88e-d84d-4065-8574-ab3849c907ee" providerId="ADAL" clId="{6B9A0AAE-3115-473C-BDA8-377959B829D1}" dt="2025-01-01T12:30:55.715" v="199" actId="729"/>
        <pc:sldMkLst>
          <pc:docMk/>
          <pc:sldMk cId="1270926105" sldId="321"/>
        </pc:sldMkLst>
      </pc:sldChg>
      <pc:sldChg chg="mod modShow">
        <pc:chgData name="Lại Quan Thiên" userId="7122f88e-d84d-4065-8574-ab3849c907ee" providerId="ADAL" clId="{6B9A0AAE-3115-473C-BDA8-377959B829D1}" dt="2025-01-01T12:30:55.715" v="199" actId="729"/>
        <pc:sldMkLst>
          <pc:docMk/>
          <pc:sldMk cId="3330517828" sldId="322"/>
        </pc:sldMkLst>
      </pc:sldChg>
      <pc:sldChg chg="mod modShow">
        <pc:chgData name="Lại Quan Thiên" userId="7122f88e-d84d-4065-8574-ab3849c907ee" providerId="ADAL" clId="{6B9A0AAE-3115-473C-BDA8-377959B829D1}" dt="2025-01-01T12:30:55.715" v="199" actId="729"/>
        <pc:sldMkLst>
          <pc:docMk/>
          <pc:sldMk cId="1937767398" sldId="325"/>
        </pc:sldMkLst>
      </pc:sldChg>
      <pc:sldChg chg="mod modShow">
        <pc:chgData name="Lại Quan Thiên" userId="7122f88e-d84d-4065-8574-ab3849c907ee" providerId="ADAL" clId="{6B9A0AAE-3115-473C-BDA8-377959B829D1}" dt="2025-01-01T12:30:55.715" v="199" actId="729"/>
        <pc:sldMkLst>
          <pc:docMk/>
          <pc:sldMk cId="3179280484" sldId="326"/>
        </pc:sldMkLst>
      </pc:sldChg>
      <pc:sldChg chg="mod modShow">
        <pc:chgData name="Lại Quan Thiên" userId="7122f88e-d84d-4065-8574-ab3849c907ee" providerId="ADAL" clId="{6B9A0AAE-3115-473C-BDA8-377959B829D1}" dt="2025-01-01T12:30:55.715" v="199" actId="729"/>
        <pc:sldMkLst>
          <pc:docMk/>
          <pc:sldMk cId="1568641732" sldId="327"/>
        </pc:sldMkLst>
      </pc:sldChg>
      <pc:sldChg chg="mod modShow">
        <pc:chgData name="Lại Quan Thiên" userId="7122f88e-d84d-4065-8574-ab3849c907ee" providerId="ADAL" clId="{6B9A0AAE-3115-473C-BDA8-377959B829D1}" dt="2025-01-01T12:30:55.715" v="199" actId="729"/>
        <pc:sldMkLst>
          <pc:docMk/>
          <pc:sldMk cId="2767638244" sldId="328"/>
        </pc:sldMkLst>
      </pc:sldChg>
      <pc:sldChg chg="mod modShow">
        <pc:chgData name="Lại Quan Thiên" userId="7122f88e-d84d-4065-8574-ab3849c907ee" providerId="ADAL" clId="{6B9A0AAE-3115-473C-BDA8-377959B829D1}" dt="2025-01-01T12:30:55.715" v="199" actId="729"/>
        <pc:sldMkLst>
          <pc:docMk/>
          <pc:sldMk cId="4176153726" sldId="329"/>
        </pc:sldMkLst>
      </pc:sldChg>
      <pc:sldChg chg="del mod modShow">
        <pc:chgData name="Lại Quan Thiên" userId="7122f88e-d84d-4065-8574-ab3849c907ee" providerId="ADAL" clId="{6B9A0AAE-3115-473C-BDA8-377959B829D1}" dt="2025-01-01T12:31:49.428" v="203" actId="47"/>
        <pc:sldMkLst>
          <pc:docMk/>
          <pc:sldMk cId="4181478037" sldId="330"/>
        </pc:sldMkLst>
      </pc:sldChg>
      <pc:sldChg chg="mod modShow">
        <pc:chgData name="Lại Quan Thiên" userId="7122f88e-d84d-4065-8574-ab3849c907ee" providerId="ADAL" clId="{6B9A0AAE-3115-473C-BDA8-377959B829D1}" dt="2025-01-01T12:30:55.715" v="199" actId="729"/>
        <pc:sldMkLst>
          <pc:docMk/>
          <pc:sldMk cId="3823254122" sldId="331"/>
        </pc:sldMkLst>
      </pc:sldChg>
      <pc:sldChg chg="mod modShow">
        <pc:chgData name="Lại Quan Thiên" userId="7122f88e-d84d-4065-8574-ab3849c907ee" providerId="ADAL" clId="{6B9A0AAE-3115-473C-BDA8-377959B829D1}" dt="2025-01-01T12:30:55.715" v="199" actId="729"/>
        <pc:sldMkLst>
          <pc:docMk/>
          <pc:sldMk cId="600951325" sldId="332"/>
        </pc:sldMkLst>
      </pc:sldChg>
      <pc:sldChg chg="mod modShow">
        <pc:chgData name="Lại Quan Thiên" userId="7122f88e-d84d-4065-8574-ab3849c907ee" providerId="ADAL" clId="{6B9A0AAE-3115-473C-BDA8-377959B829D1}" dt="2025-01-01T12:30:55.715" v="199" actId="729"/>
        <pc:sldMkLst>
          <pc:docMk/>
          <pc:sldMk cId="1293152273" sldId="333"/>
        </pc:sldMkLst>
      </pc:sldChg>
      <pc:sldChg chg="mod modShow">
        <pc:chgData name="Lại Quan Thiên" userId="7122f88e-d84d-4065-8574-ab3849c907ee" providerId="ADAL" clId="{6B9A0AAE-3115-473C-BDA8-377959B829D1}" dt="2025-01-01T12:30:55.715" v="199" actId="729"/>
        <pc:sldMkLst>
          <pc:docMk/>
          <pc:sldMk cId="406082673" sldId="334"/>
        </pc:sldMkLst>
      </pc:sldChg>
      <pc:sldChg chg="mod modShow">
        <pc:chgData name="Lại Quan Thiên" userId="7122f88e-d84d-4065-8574-ab3849c907ee" providerId="ADAL" clId="{6B9A0AAE-3115-473C-BDA8-377959B829D1}" dt="2025-01-01T12:30:55.715" v="199" actId="729"/>
        <pc:sldMkLst>
          <pc:docMk/>
          <pc:sldMk cId="931036135" sldId="335"/>
        </pc:sldMkLst>
      </pc:sldChg>
      <pc:sldChg chg="mod modShow">
        <pc:chgData name="Lại Quan Thiên" userId="7122f88e-d84d-4065-8574-ab3849c907ee" providerId="ADAL" clId="{6B9A0AAE-3115-473C-BDA8-377959B829D1}" dt="2025-01-01T12:30:55.715" v="199" actId="729"/>
        <pc:sldMkLst>
          <pc:docMk/>
          <pc:sldMk cId="651092806" sldId="336"/>
        </pc:sldMkLst>
      </pc:sldChg>
      <pc:sldChg chg="mod modShow">
        <pc:chgData name="Lại Quan Thiên" userId="7122f88e-d84d-4065-8574-ab3849c907ee" providerId="ADAL" clId="{6B9A0AAE-3115-473C-BDA8-377959B829D1}" dt="2025-01-01T12:30:55.715" v="199" actId="729"/>
        <pc:sldMkLst>
          <pc:docMk/>
          <pc:sldMk cId="1685835472" sldId="337"/>
        </pc:sldMkLst>
      </pc:sldChg>
      <pc:sldChg chg="del mod modShow">
        <pc:chgData name="Lại Quan Thiên" userId="7122f88e-d84d-4065-8574-ab3849c907ee" providerId="ADAL" clId="{6B9A0AAE-3115-473C-BDA8-377959B829D1}" dt="2025-01-01T12:31:51.499" v="204" actId="47"/>
        <pc:sldMkLst>
          <pc:docMk/>
          <pc:sldMk cId="4084330463" sldId="338"/>
        </pc:sldMkLst>
      </pc:sldChg>
      <pc:sldChg chg="mod modShow">
        <pc:chgData name="Lại Quan Thiên" userId="7122f88e-d84d-4065-8574-ab3849c907ee" providerId="ADAL" clId="{6B9A0AAE-3115-473C-BDA8-377959B829D1}" dt="2025-01-01T12:30:55.715" v="199" actId="729"/>
        <pc:sldMkLst>
          <pc:docMk/>
          <pc:sldMk cId="3473912401" sldId="339"/>
        </pc:sldMkLst>
      </pc:sldChg>
      <pc:sldChg chg="mod modShow">
        <pc:chgData name="Lại Quan Thiên" userId="7122f88e-d84d-4065-8574-ab3849c907ee" providerId="ADAL" clId="{6B9A0AAE-3115-473C-BDA8-377959B829D1}" dt="2025-01-01T12:30:55.715" v="199" actId="729"/>
        <pc:sldMkLst>
          <pc:docMk/>
          <pc:sldMk cId="1201056422" sldId="340"/>
        </pc:sldMkLst>
      </pc:sldChg>
      <pc:sldChg chg="mod modShow">
        <pc:chgData name="Lại Quan Thiên" userId="7122f88e-d84d-4065-8574-ab3849c907ee" providerId="ADAL" clId="{6B9A0AAE-3115-473C-BDA8-377959B829D1}" dt="2025-01-01T12:30:55.715" v="199" actId="729"/>
        <pc:sldMkLst>
          <pc:docMk/>
          <pc:sldMk cId="673050423" sldId="341"/>
        </pc:sldMkLst>
      </pc:sldChg>
      <pc:sldChg chg="mod modShow">
        <pc:chgData name="Lại Quan Thiên" userId="7122f88e-d84d-4065-8574-ab3849c907ee" providerId="ADAL" clId="{6B9A0AAE-3115-473C-BDA8-377959B829D1}" dt="2025-01-01T12:30:55.715" v="199" actId="729"/>
        <pc:sldMkLst>
          <pc:docMk/>
          <pc:sldMk cId="2017969646" sldId="342"/>
        </pc:sldMkLst>
      </pc:sldChg>
      <pc:sldChg chg="mod modShow">
        <pc:chgData name="Lại Quan Thiên" userId="7122f88e-d84d-4065-8574-ab3849c907ee" providerId="ADAL" clId="{6B9A0AAE-3115-473C-BDA8-377959B829D1}" dt="2025-01-01T12:30:55.715" v="199" actId="729"/>
        <pc:sldMkLst>
          <pc:docMk/>
          <pc:sldMk cId="3192061085" sldId="343"/>
        </pc:sldMkLst>
      </pc:sldChg>
      <pc:sldChg chg="mod modShow">
        <pc:chgData name="Lại Quan Thiên" userId="7122f88e-d84d-4065-8574-ab3849c907ee" providerId="ADAL" clId="{6B9A0AAE-3115-473C-BDA8-377959B829D1}" dt="2025-01-01T12:30:55.715" v="199" actId="729"/>
        <pc:sldMkLst>
          <pc:docMk/>
          <pc:sldMk cId="2879365543" sldId="344"/>
        </pc:sldMkLst>
      </pc:sldChg>
      <pc:sldChg chg="mod modShow">
        <pc:chgData name="Lại Quan Thiên" userId="7122f88e-d84d-4065-8574-ab3849c907ee" providerId="ADAL" clId="{6B9A0AAE-3115-473C-BDA8-377959B829D1}" dt="2025-01-01T12:30:55.715" v="199" actId="729"/>
        <pc:sldMkLst>
          <pc:docMk/>
          <pc:sldMk cId="602038807" sldId="346"/>
        </pc:sldMkLst>
      </pc:sldChg>
      <pc:sldChg chg="mod modShow">
        <pc:chgData name="Lại Quan Thiên" userId="7122f88e-d84d-4065-8574-ab3849c907ee" providerId="ADAL" clId="{6B9A0AAE-3115-473C-BDA8-377959B829D1}" dt="2025-01-01T12:30:55.715" v="199" actId="729"/>
        <pc:sldMkLst>
          <pc:docMk/>
          <pc:sldMk cId="4195900478" sldId="347"/>
        </pc:sldMkLst>
      </pc:sldChg>
      <pc:sldChg chg="del mod modShow">
        <pc:chgData name="Lại Quan Thiên" userId="7122f88e-d84d-4065-8574-ab3849c907ee" providerId="ADAL" clId="{6B9A0AAE-3115-473C-BDA8-377959B829D1}" dt="2025-01-01T12:31:58.388" v="206" actId="47"/>
        <pc:sldMkLst>
          <pc:docMk/>
          <pc:sldMk cId="3992376073" sldId="348"/>
        </pc:sldMkLst>
      </pc:sldChg>
      <pc:sldChg chg="mod modShow">
        <pc:chgData name="Lại Quan Thiên" userId="7122f88e-d84d-4065-8574-ab3849c907ee" providerId="ADAL" clId="{6B9A0AAE-3115-473C-BDA8-377959B829D1}" dt="2025-01-01T12:30:55.715" v="199" actId="729"/>
        <pc:sldMkLst>
          <pc:docMk/>
          <pc:sldMk cId="1554322218" sldId="349"/>
        </pc:sldMkLst>
      </pc:sldChg>
      <pc:sldChg chg="mod modShow">
        <pc:chgData name="Lại Quan Thiên" userId="7122f88e-d84d-4065-8574-ab3849c907ee" providerId="ADAL" clId="{6B9A0AAE-3115-473C-BDA8-377959B829D1}" dt="2025-01-01T12:30:55.715" v="199" actId="729"/>
        <pc:sldMkLst>
          <pc:docMk/>
          <pc:sldMk cId="2328089128" sldId="350"/>
        </pc:sldMkLst>
      </pc:sldChg>
      <pc:sldChg chg="mod modShow">
        <pc:chgData name="Lại Quan Thiên" userId="7122f88e-d84d-4065-8574-ab3849c907ee" providerId="ADAL" clId="{6B9A0AAE-3115-473C-BDA8-377959B829D1}" dt="2025-01-01T12:30:55.715" v="199" actId="729"/>
        <pc:sldMkLst>
          <pc:docMk/>
          <pc:sldMk cId="622036275" sldId="355"/>
        </pc:sldMkLst>
      </pc:sldChg>
      <pc:sldChg chg="mod modShow">
        <pc:chgData name="Lại Quan Thiên" userId="7122f88e-d84d-4065-8574-ab3849c907ee" providerId="ADAL" clId="{6B9A0AAE-3115-473C-BDA8-377959B829D1}" dt="2025-01-01T12:30:55.715" v="199" actId="729"/>
        <pc:sldMkLst>
          <pc:docMk/>
          <pc:sldMk cId="2300959716" sldId="356"/>
        </pc:sldMkLst>
      </pc:sldChg>
      <pc:sldChg chg="mod modShow">
        <pc:chgData name="Lại Quan Thiên" userId="7122f88e-d84d-4065-8574-ab3849c907ee" providerId="ADAL" clId="{6B9A0AAE-3115-473C-BDA8-377959B829D1}" dt="2025-01-01T12:30:55.715" v="199" actId="729"/>
        <pc:sldMkLst>
          <pc:docMk/>
          <pc:sldMk cId="2023738630" sldId="357"/>
        </pc:sldMkLst>
      </pc:sldChg>
      <pc:sldChg chg="del mod modShow">
        <pc:chgData name="Lại Quan Thiên" userId="7122f88e-d84d-4065-8574-ab3849c907ee" providerId="ADAL" clId="{6B9A0AAE-3115-473C-BDA8-377959B829D1}" dt="2025-01-01T12:31:56.118" v="205" actId="47"/>
        <pc:sldMkLst>
          <pc:docMk/>
          <pc:sldMk cId="2518087135" sldId="358"/>
        </pc:sldMkLst>
      </pc:sldChg>
      <pc:sldChg chg="mod modShow">
        <pc:chgData name="Lại Quan Thiên" userId="7122f88e-d84d-4065-8574-ab3849c907ee" providerId="ADAL" clId="{6B9A0AAE-3115-473C-BDA8-377959B829D1}" dt="2025-01-01T12:30:55.715" v="199" actId="729"/>
        <pc:sldMkLst>
          <pc:docMk/>
          <pc:sldMk cId="1650528237" sldId="359"/>
        </pc:sldMkLst>
      </pc:sldChg>
      <pc:sldChg chg="mod modShow">
        <pc:chgData name="Lại Quan Thiên" userId="7122f88e-d84d-4065-8574-ab3849c907ee" providerId="ADAL" clId="{6B9A0AAE-3115-473C-BDA8-377959B829D1}" dt="2025-01-01T12:30:55.715" v="199" actId="729"/>
        <pc:sldMkLst>
          <pc:docMk/>
          <pc:sldMk cId="1452740926" sldId="360"/>
        </pc:sldMkLst>
      </pc:sldChg>
      <pc:sldChg chg="mod modShow">
        <pc:chgData name="Lại Quan Thiên" userId="7122f88e-d84d-4065-8574-ab3849c907ee" providerId="ADAL" clId="{6B9A0AAE-3115-473C-BDA8-377959B829D1}" dt="2025-01-01T12:30:55.715" v="199" actId="729"/>
        <pc:sldMkLst>
          <pc:docMk/>
          <pc:sldMk cId="917272675" sldId="365"/>
        </pc:sldMkLst>
      </pc:sldChg>
      <pc:sldChg chg="del mod modShow">
        <pc:chgData name="Lại Quan Thiên" userId="7122f88e-d84d-4065-8574-ab3849c907ee" providerId="ADAL" clId="{6B9A0AAE-3115-473C-BDA8-377959B829D1}" dt="2025-01-01T12:32:01.969" v="207" actId="47"/>
        <pc:sldMkLst>
          <pc:docMk/>
          <pc:sldMk cId="1060961137" sldId="368"/>
        </pc:sldMkLst>
      </pc:sldChg>
      <pc:sldChg chg="mod modShow">
        <pc:chgData name="Lại Quan Thiên" userId="7122f88e-d84d-4065-8574-ab3849c907ee" providerId="ADAL" clId="{6B9A0AAE-3115-473C-BDA8-377959B829D1}" dt="2025-01-01T12:30:55.715" v="199" actId="729"/>
        <pc:sldMkLst>
          <pc:docMk/>
          <pc:sldMk cId="2467009422" sldId="369"/>
        </pc:sldMkLst>
      </pc:sldChg>
      <pc:sldChg chg="mod modShow">
        <pc:chgData name="Lại Quan Thiên" userId="7122f88e-d84d-4065-8574-ab3849c907ee" providerId="ADAL" clId="{6B9A0AAE-3115-473C-BDA8-377959B829D1}" dt="2025-01-01T12:30:55.715" v="199" actId="729"/>
        <pc:sldMkLst>
          <pc:docMk/>
          <pc:sldMk cId="1317114748" sldId="370"/>
        </pc:sldMkLst>
      </pc:sldChg>
      <pc:sldChg chg="del mod modShow">
        <pc:chgData name="Lại Quan Thiên" userId="7122f88e-d84d-4065-8574-ab3849c907ee" providerId="ADAL" clId="{6B9A0AAE-3115-473C-BDA8-377959B829D1}" dt="2025-01-01T12:32:03.489" v="208" actId="47"/>
        <pc:sldMkLst>
          <pc:docMk/>
          <pc:sldMk cId="490623391" sldId="378"/>
        </pc:sldMkLst>
      </pc:sldChg>
      <pc:sldChg chg="mod modShow">
        <pc:chgData name="Lại Quan Thiên" userId="7122f88e-d84d-4065-8574-ab3849c907ee" providerId="ADAL" clId="{6B9A0AAE-3115-473C-BDA8-377959B829D1}" dt="2025-01-01T12:30:55.715" v="199" actId="729"/>
        <pc:sldMkLst>
          <pc:docMk/>
          <pc:sldMk cId="1861877302" sldId="379"/>
        </pc:sldMkLst>
      </pc:sldChg>
      <pc:sldChg chg="mod modShow">
        <pc:chgData name="Lại Quan Thiên" userId="7122f88e-d84d-4065-8574-ab3849c907ee" providerId="ADAL" clId="{6B9A0AAE-3115-473C-BDA8-377959B829D1}" dt="2025-01-01T12:30:55.715" v="199" actId="729"/>
        <pc:sldMkLst>
          <pc:docMk/>
          <pc:sldMk cId="334983766" sldId="380"/>
        </pc:sldMkLst>
      </pc:sldChg>
      <pc:sldChg chg="mod modShow">
        <pc:chgData name="Lại Quan Thiên" userId="7122f88e-d84d-4065-8574-ab3849c907ee" providerId="ADAL" clId="{6B9A0AAE-3115-473C-BDA8-377959B829D1}" dt="2025-01-01T12:30:55.715" v="199" actId="729"/>
        <pc:sldMkLst>
          <pc:docMk/>
          <pc:sldMk cId="2713940769" sldId="381"/>
        </pc:sldMkLst>
      </pc:sldChg>
      <pc:sldChg chg="mod modShow">
        <pc:chgData name="Lại Quan Thiên" userId="7122f88e-d84d-4065-8574-ab3849c907ee" providerId="ADAL" clId="{6B9A0AAE-3115-473C-BDA8-377959B829D1}" dt="2025-01-01T12:30:55.715" v="199" actId="729"/>
        <pc:sldMkLst>
          <pc:docMk/>
          <pc:sldMk cId="2495267368" sldId="382"/>
        </pc:sldMkLst>
      </pc:sldChg>
      <pc:sldChg chg="mod modShow">
        <pc:chgData name="Lại Quan Thiên" userId="7122f88e-d84d-4065-8574-ab3849c907ee" providerId="ADAL" clId="{6B9A0AAE-3115-473C-BDA8-377959B829D1}" dt="2025-01-01T12:30:55.715" v="199" actId="729"/>
        <pc:sldMkLst>
          <pc:docMk/>
          <pc:sldMk cId="2864300779" sldId="383"/>
        </pc:sldMkLst>
      </pc:sldChg>
      <pc:sldChg chg="mod modShow">
        <pc:chgData name="Lại Quan Thiên" userId="7122f88e-d84d-4065-8574-ab3849c907ee" providerId="ADAL" clId="{6B9A0AAE-3115-473C-BDA8-377959B829D1}" dt="2025-01-01T12:30:55.715" v="199" actId="729"/>
        <pc:sldMkLst>
          <pc:docMk/>
          <pc:sldMk cId="3928445071" sldId="384"/>
        </pc:sldMkLst>
      </pc:sldChg>
      <pc:sldChg chg="mod modShow">
        <pc:chgData name="Lại Quan Thiên" userId="7122f88e-d84d-4065-8574-ab3849c907ee" providerId="ADAL" clId="{6B9A0AAE-3115-473C-BDA8-377959B829D1}" dt="2025-01-01T12:30:55.715" v="199" actId="729"/>
        <pc:sldMkLst>
          <pc:docMk/>
          <pc:sldMk cId="3575800367" sldId="386"/>
        </pc:sldMkLst>
      </pc:sldChg>
      <pc:sldChg chg="mod modShow">
        <pc:chgData name="Lại Quan Thiên" userId="7122f88e-d84d-4065-8574-ab3849c907ee" providerId="ADAL" clId="{6B9A0AAE-3115-473C-BDA8-377959B829D1}" dt="2025-01-01T12:30:55.715" v="199" actId="729"/>
        <pc:sldMkLst>
          <pc:docMk/>
          <pc:sldMk cId="1006949159" sldId="388"/>
        </pc:sldMkLst>
      </pc:sldChg>
      <pc:sldChg chg="modSp mod modShow">
        <pc:chgData name="Lại Quan Thiên" userId="7122f88e-d84d-4065-8574-ab3849c907ee" providerId="ADAL" clId="{6B9A0AAE-3115-473C-BDA8-377959B829D1}" dt="2025-01-01T12:30:55.715" v="199" actId="729"/>
        <pc:sldMkLst>
          <pc:docMk/>
          <pc:sldMk cId="3259345091" sldId="389"/>
        </pc:sldMkLst>
        <pc:spChg chg="mod">
          <ac:chgData name="Lại Quan Thiên" userId="7122f88e-d84d-4065-8574-ab3849c907ee" providerId="ADAL" clId="{6B9A0AAE-3115-473C-BDA8-377959B829D1}" dt="2024-12-13T07:06:24.232" v="1" actId="20577"/>
          <ac:spMkLst>
            <pc:docMk/>
            <pc:sldMk cId="3259345091" sldId="389"/>
            <ac:spMk id="7" creationId="{26833F4D-78E4-0F5A-8133-0AB79A218DB0}"/>
          </ac:spMkLst>
        </pc:spChg>
      </pc:sldChg>
      <pc:sldChg chg="mod modShow">
        <pc:chgData name="Lại Quan Thiên" userId="7122f88e-d84d-4065-8574-ab3849c907ee" providerId="ADAL" clId="{6B9A0AAE-3115-473C-BDA8-377959B829D1}" dt="2025-01-01T12:30:55.715" v="199" actId="729"/>
        <pc:sldMkLst>
          <pc:docMk/>
          <pc:sldMk cId="493941938" sldId="390"/>
        </pc:sldMkLst>
      </pc:sldChg>
      <pc:sldChg chg="mod modShow">
        <pc:chgData name="Lại Quan Thiên" userId="7122f88e-d84d-4065-8574-ab3849c907ee" providerId="ADAL" clId="{6B9A0AAE-3115-473C-BDA8-377959B829D1}" dt="2025-01-01T12:30:55.715" v="199" actId="729"/>
        <pc:sldMkLst>
          <pc:docMk/>
          <pc:sldMk cId="1854779048" sldId="391"/>
        </pc:sldMkLst>
      </pc:sldChg>
      <pc:sldChg chg="mod modShow">
        <pc:chgData name="Lại Quan Thiên" userId="7122f88e-d84d-4065-8574-ab3849c907ee" providerId="ADAL" clId="{6B9A0AAE-3115-473C-BDA8-377959B829D1}" dt="2025-01-01T12:30:55.715" v="199" actId="729"/>
        <pc:sldMkLst>
          <pc:docMk/>
          <pc:sldMk cId="2955192324" sldId="393"/>
        </pc:sldMkLst>
      </pc:sldChg>
      <pc:sldChg chg="mod modShow">
        <pc:chgData name="Lại Quan Thiên" userId="7122f88e-d84d-4065-8574-ab3849c907ee" providerId="ADAL" clId="{6B9A0AAE-3115-473C-BDA8-377959B829D1}" dt="2025-01-01T12:30:55.715" v="199" actId="729"/>
        <pc:sldMkLst>
          <pc:docMk/>
          <pc:sldMk cId="2764130750" sldId="394"/>
        </pc:sldMkLst>
      </pc:sldChg>
      <pc:sldChg chg="mod modShow">
        <pc:chgData name="Lại Quan Thiên" userId="7122f88e-d84d-4065-8574-ab3849c907ee" providerId="ADAL" clId="{6B9A0AAE-3115-473C-BDA8-377959B829D1}" dt="2025-01-01T12:30:55.715" v="199" actId="729"/>
        <pc:sldMkLst>
          <pc:docMk/>
          <pc:sldMk cId="3006808038" sldId="395"/>
        </pc:sldMkLst>
      </pc:sldChg>
      <pc:sldChg chg="mod modShow">
        <pc:chgData name="Lại Quan Thiên" userId="7122f88e-d84d-4065-8574-ab3849c907ee" providerId="ADAL" clId="{6B9A0AAE-3115-473C-BDA8-377959B829D1}" dt="2025-01-01T12:30:55.715" v="199" actId="729"/>
        <pc:sldMkLst>
          <pc:docMk/>
          <pc:sldMk cId="1538103154" sldId="396"/>
        </pc:sldMkLst>
      </pc:sldChg>
      <pc:sldChg chg="mod modShow">
        <pc:chgData name="Lại Quan Thiên" userId="7122f88e-d84d-4065-8574-ab3849c907ee" providerId="ADAL" clId="{6B9A0AAE-3115-473C-BDA8-377959B829D1}" dt="2025-01-01T12:30:55.715" v="199" actId="729"/>
        <pc:sldMkLst>
          <pc:docMk/>
          <pc:sldMk cId="2283165504" sldId="397"/>
        </pc:sldMkLst>
      </pc:sldChg>
      <pc:sldChg chg="mod modShow">
        <pc:chgData name="Lại Quan Thiên" userId="7122f88e-d84d-4065-8574-ab3849c907ee" providerId="ADAL" clId="{6B9A0AAE-3115-473C-BDA8-377959B829D1}" dt="2025-01-01T12:30:55.715" v="199" actId="729"/>
        <pc:sldMkLst>
          <pc:docMk/>
          <pc:sldMk cId="957034064" sldId="398"/>
        </pc:sldMkLst>
      </pc:sldChg>
      <pc:sldChg chg="mod modShow">
        <pc:chgData name="Lại Quan Thiên" userId="7122f88e-d84d-4065-8574-ab3849c907ee" providerId="ADAL" clId="{6B9A0AAE-3115-473C-BDA8-377959B829D1}" dt="2025-01-01T12:30:55.715" v="199" actId="729"/>
        <pc:sldMkLst>
          <pc:docMk/>
          <pc:sldMk cId="1548944775" sldId="399"/>
        </pc:sldMkLst>
      </pc:sldChg>
      <pc:sldChg chg="mod modShow">
        <pc:chgData name="Lại Quan Thiên" userId="7122f88e-d84d-4065-8574-ab3849c907ee" providerId="ADAL" clId="{6B9A0AAE-3115-473C-BDA8-377959B829D1}" dt="2025-01-01T12:30:55.715" v="199" actId="729"/>
        <pc:sldMkLst>
          <pc:docMk/>
          <pc:sldMk cId="1309484414" sldId="400"/>
        </pc:sldMkLst>
      </pc:sldChg>
      <pc:sldChg chg="modSp mod modShow">
        <pc:chgData name="Lại Quan Thiên" userId="7122f88e-d84d-4065-8574-ab3849c907ee" providerId="ADAL" clId="{6B9A0AAE-3115-473C-BDA8-377959B829D1}" dt="2025-01-01T12:30:55.715" v="199" actId="729"/>
        <pc:sldMkLst>
          <pc:docMk/>
          <pc:sldMk cId="2226888003" sldId="401"/>
        </pc:sldMkLst>
        <pc:spChg chg="mod">
          <ac:chgData name="Lại Quan Thiên" userId="7122f88e-d84d-4065-8574-ab3849c907ee" providerId="ADAL" clId="{6B9A0AAE-3115-473C-BDA8-377959B829D1}" dt="2024-12-13T07:58:10.365" v="197" actId="20577"/>
          <ac:spMkLst>
            <pc:docMk/>
            <pc:sldMk cId="2226888003" sldId="401"/>
            <ac:spMk id="6" creationId="{72467A66-0CFA-42B8-A1E5-99BB09521319}"/>
          </ac:spMkLst>
        </pc:spChg>
      </pc:sldChg>
      <pc:sldChg chg="modSp add del mod">
        <pc:chgData name="Lại Quan Thiên" userId="7122f88e-d84d-4065-8574-ab3849c907ee" providerId="ADAL" clId="{6B9A0AAE-3115-473C-BDA8-377959B829D1}" dt="2024-12-13T07:54:22.993" v="168" actId="2696"/>
        <pc:sldMkLst>
          <pc:docMk/>
          <pc:sldMk cId="1747257101" sldId="402"/>
        </pc:sldMkLst>
      </pc:sldChg>
      <pc:sldChg chg="add mod modShow">
        <pc:chgData name="Lại Quan Thiên" userId="7122f88e-d84d-4065-8574-ab3849c907ee" providerId="ADAL" clId="{6B9A0AAE-3115-473C-BDA8-377959B829D1}" dt="2025-01-01T12:30:55.715" v="199" actId="729"/>
        <pc:sldMkLst>
          <pc:docMk/>
          <pc:sldMk cId="4114575336" sldId="402"/>
        </pc:sldMkLst>
      </pc:sldChg>
      <pc:sldChg chg="addSp delSp modSp new del mod">
        <pc:chgData name="Lại Quan Thiên" userId="7122f88e-d84d-4065-8574-ab3849c907ee" providerId="ADAL" clId="{6B9A0AAE-3115-473C-BDA8-377959B829D1}" dt="2024-12-13T07:53:47.081" v="159" actId="47"/>
        <pc:sldMkLst>
          <pc:docMk/>
          <pc:sldMk cId="325465596" sldId="403"/>
        </pc:sldMkLst>
      </pc:sldChg>
      <pc:sldChg chg="add mod modShow">
        <pc:chgData name="Lại Quan Thiên" userId="7122f88e-d84d-4065-8574-ab3849c907ee" providerId="ADAL" clId="{6B9A0AAE-3115-473C-BDA8-377959B829D1}" dt="2025-01-01T12:30:55.715" v="199" actId="729"/>
        <pc:sldMkLst>
          <pc:docMk/>
          <pc:sldMk cId="300370033" sldId="404"/>
        </pc:sldMkLst>
      </pc:sldChg>
      <pc:sldChg chg="addSp delSp modSp new del mod modClrScheme chgLayout">
        <pc:chgData name="Lại Quan Thiên" userId="7122f88e-d84d-4065-8574-ab3849c907ee" providerId="ADAL" clId="{6B9A0AAE-3115-473C-BDA8-377959B829D1}" dt="2024-12-13T07:54:22.993" v="168" actId="2696"/>
        <pc:sldMkLst>
          <pc:docMk/>
          <pc:sldMk cId="3977195135" sldId="404"/>
        </pc:sldMkLst>
      </pc:sldChg>
      <pc:sldChg chg="add del">
        <pc:chgData name="Lại Quan Thiên" userId="7122f88e-d84d-4065-8574-ab3849c907ee" providerId="ADAL" clId="{6B9A0AAE-3115-473C-BDA8-377959B829D1}" dt="2024-12-13T07:54:22.993" v="168" actId="2696"/>
        <pc:sldMkLst>
          <pc:docMk/>
          <pc:sldMk cId="348960406" sldId="405"/>
        </pc:sldMkLst>
      </pc:sldChg>
      <pc:sldChg chg="modSp add mod modShow">
        <pc:chgData name="Lại Quan Thiên" userId="7122f88e-d84d-4065-8574-ab3849c907ee" providerId="ADAL" clId="{6B9A0AAE-3115-473C-BDA8-377959B829D1}" dt="2025-01-01T12:30:55.715" v="199" actId="729"/>
        <pc:sldMkLst>
          <pc:docMk/>
          <pc:sldMk cId="2415349514" sldId="405"/>
        </pc:sldMkLst>
        <pc:picChg chg="mod">
          <ac:chgData name="Lại Quan Thiên" userId="7122f88e-d84d-4065-8574-ab3849c907ee" providerId="ADAL" clId="{6B9A0AAE-3115-473C-BDA8-377959B829D1}" dt="2024-12-13T07:54:55.783" v="172" actId="1076"/>
          <ac:picMkLst>
            <pc:docMk/>
            <pc:sldMk cId="2415349514" sldId="405"/>
            <ac:picMk id="10" creationId="{03B3DEBA-4A11-6AD4-9576-46B9CC9F80BE}"/>
          </ac:picMkLst>
        </pc:picChg>
        <pc:picChg chg="mod">
          <ac:chgData name="Lại Quan Thiên" userId="7122f88e-d84d-4065-8574-ab3849c907ee" providerId="ADAL" clId="{6B9A0AAE-3115-473C-BDA8-377959B829D1}" dt="2024-12-13T07:54:58.497" v="173" actId="1076"/>
          <ac:picMkLst>
            <pc:docMk/>
            <pc:sldMk cId="2415349514" sldId="405"/>
            <ac:picMk id="16" creationId="{53CAE75A-C86F-39D0-49DF-7D24EEA27649}"/>
          </ac:picMkLst>
        </pc:picChg>
      </pc:sldChg>
      <pc:sldMasterChg chg="delSldLayout">
        <pc:chgData name="Lại Quan Thiên" userId="7122f88e-d84d-4065-8574-ab3849c907ee" providerId="ADAL" clId="{6B9A0AAE-3115-473C-BDA8-377959B829D1}" dt="2024-12-13T07:54:22.993" v="168" actId="2696"/>
        <pc:sldMasterMkLst>
          <pc:docMk/>
          <pc:sldMasterMk cId="0" sldId="2147483672"/>
        </pc:sldMasterMkLst>
        <pc:sldLayoutChg chg="del">
          <pc:chgData name="Lại Quan Thiên" userId="7122f88e-d84d-4065-8574-ab3849c907ee" providerId="ADAL" clId="{6B9A0AAE-3115-473C-BDA8-377959B829D1}" dt="2024-12-13T07:54:22.993" v="168" actId="2696"/>
          <pc:sldLayoutMkLst>
            <pc:docMk/>
            <pc:sldMasterMk cId="0" sldId="2147483672"/>
            <pc:sldLayoutMk cId="0" sldId="2147483658"/>
          </pc:sldLayoutMkLst>
        </pc:sldLayoutChg>
      </pc:sldMasterChg>
    </pc:docChg>
  </pc:docChgLst>
  <pc:docChgLst>
    <pc:chgData name="Nguyễn Phúc Nhi" userId="S::22521041@ms.uit.edu.vn::ae5b6342-9334-4697-9957-aad583f7fe9e" providerId="AD" clId="Web-{B228DF13-3E6E-91A8-1D9C-C3E300294835}"/>
    <pc:docChg chg="modSld">
      <pc:chgData name="Nguyễn Phúc Nhi" userId="S::22521041@ms.uit.edu.vn::ae5b6342-9334-4697-9957-aad583f7fe9e" providerId="AD" clId="Web-{B228DF13-3E6E-91A8-1D9C-C3E300294835}" dt="2024-12-12T15:13:07.946" v="6" actId="20577"/>
      <pc:docMkLst>
        <pc:docMk/>
      </pc:docMkLst>
      <pc:sldChg chg="modSp">
        <pc:chgData name="Nguyễn Phúc Nhi" userId="S::22521041@ms.uit.edu.vn::ae5b6342-9334-4697-9957-aad583f7fe9e" providerId="AD" clId="Web-{B228DF13-3E6E-91A8-1D9C-C3E300294835}" dt="2024-12-12T15:12:51.508" v="2" actId="20577"/>
        <pc:sldMkLst>
          <pc:docMk/>
          <pc:sldMk cId="0" sldId="258"/>
        </pc:sldMkLst>
        <pc:spChg chg="mod">
          <ac:chgData name="Nguyễn Phúc Nhi" userId="S::22521041@ms.uit.edu.vn::ae5b6342-9334-4697-9957-aad583f7fe9e" providerId="AD" clId="Web-{B228DF13-3E6E-91A8-1D9C-C3E300294835}" dt="2024-12-12T15:12:51.508" v="2" actId="20577"/>
          <ac:spMkLst>
            <pc:docMk/>
            <pc:sldMk cId="0" sldId="258"/>
            <ac:spMk id="221" creationId="{00000000-0000-0000-0000-000000000000}"/>
          </ac:spMkLst>
        </pc:spChg>
      </pc:sldChg>
      <pc:sldChg chg="modSp">
        <pc:chgData name="Nguyễn Phúc Nhi" userId="S::22521041@ms.uit.edu.vn::ae5b6342-9334-4697-9957-aad583f7fe9e" providerId="AD" clId="Web-{B228DF13-3E6E-91A8-1D9C-C3E300294835}" dt="2024-12-12T15:13:07.946" v="6" actId="20577"/>
        <pc:sldMkLst>
          <pc:docMk/>
          <pc:sldMk cId="0" sldId="277"/>
        </pc:sldMkLst>
      </pc:sldChg>
    </pc:docChg>
  </pc:docChgLst>
  <pc:docChgLst>
    <pc:chgData name="Lại Quan Thiên" userId="7122f88e-d84d-4065-8574-ab3849c907ee" providerId="ADAL" clId="{5F600392-46F3-4EEB-8EBA-DBBF027A886F}"/>
    <pc:docChg chg="undo redo custSel addSld delSld modSld sldOrd addSection delSection">
      <pc:chgData name="Lại Quan Thiên" userId="7122f88e-d84d-4065-8574-ab3849c907ee" providerId="ADAL" clId="{5F600392-46F3-4EEB-8EBA-DBBF027A886F}" dt="2024-12-12T20:44:06.853" v="3785" actId="255"/>
      <pc:docMkLst>
        <pc:docMk/>
      </pc:docMkLst>
      <pc:sldChg chg="addSp delSp modSp mod modTransition">
        <pc:chgData name="Lại Quan Thiên" userId="7122f88e-d84d-4065-8574-ab3849c907ee" providerId="ADAL" clId="{5F600392-46F3-4EEB-8EBA-DBBF027A886F}" dt="2024-12-12T19:50:42.580" v="1816"/>
        <pc:sldMkLst>
          <pc:docMk/>
          <pc:sldMk cId="0" sldId="256"/>
        </pc:sldMkLst>
        <pc:spChg chg="add mod">
          <ac:chgData name="Lại Quan Thiên" userId="7122f88e-d84d-4065-8574-ab3849c907ee" providerId="ADAL" clId="{5F600392-46F3-4EEB-8EBA-DBBF027A886F}" dt="2024-12-12T19:26:12.471" v="297"/>
          <ac:spMkLst>
            <pc:docMk/>
            <pc:sldMk cId="0" sldId="256"/>
            <ac:spMk id="9" creationId="{B4A2444D-79A3-2CD0-D950-5FA8CB90D644}"/>
          </ac:spMkLst>
        </pc:spChg>
        <pc:spChg chg="add mod">
          <ac:chgData name="Lại Quan Thiên" userId="7122f88e-d84d-4065-8574-ab3849c907ee" providerId="ADAL" clId="{5F600392-46F3-4EEB-8EBA-DBBF027A886F}" dt="2024-12-12T19:26:59.222" v="416" actId="20577"/>
          <ac:spMkLst>
            <pc:docMk/>
            <pc:sldMk cId="0" sldId="256"/>
            <ac:spMk id="10" creationId="{38BA29C1-46AC-17D6-D88A-31E91D0083AC}"/>
          </ac:spMkLst>
        </pc:spChg>
        <pc:spChg chg="add mod">
          <ac:chgData name="Lại Quan Thiên" userId="7122f88e-d84d-4065-8574-ab3849c907ee" providerId="ADAL" clId="{5F600392-46F3-4EEB-8EBA-DBBF027A886F}" dt="2024-12-12T19:27:04.438" v="417" actId="1076"/>
          <ac:spMkLst>
            <pc:docMk/>
            <pc:sldMk cId="0" sldId="256"/>
            <ac:spMk id="11" creationId="{D5C2981B-BA73-52E9-7FFD-FD642B482D2E}"/>
          </ac:spMkLst>
        </pc:spChg>
        <pc:spChg chg="add mod">
          <ac:chgData name="Lại Quan Thiên" userId="7122f88e-d84d-4065-8574-ab3849c907ee" providerId="ADAL" clId="{5F600392-46F3-4EEB-8EBA-DBBF027A886F}" dt="2024-12-12T19:26:19.860" v="305" actId="20577"/>
          <ac:spMkLst>
            <pc:docMk/>
            <pc:sldMk cId="0" sldId="256"/>
            <ac:spMk id="12" creationId="{FE7BF834-5619-EFBD-ABA7-360F06DC72B7}"/>
          </ac:spMkLst>
        </pc:spChg>
        <pc:spChg chg="add mod">
          <ac:chgData name="Lại Quan Thiên" userId="7122f88e-d84d-4065-8574-ab3849c907ee" providerId="ADAL" clId="{5F600392-46F3-4EEB-8EBA-DBBF027A886F}" dt="2024-12-12T19:26:12.471" v="297"/>
          <ac:spMkLst>
            <pc:docMk/>
            <pc:sldMk cId="0" sldId="256"/>
            <ac:spMk id="14" creationId="{8AD596F1-0169-F41C-E00D-D83B51F2383C}"/>
          </ac:spMkLst>
        </pc:spChg>
        <pc:picChg chg="add mod">
          <ac:chgData name="Lại Quan Thiên" userId="7122f88e-d84d-4065-8574-ab3849c907ee" providerId="ADAL" clId="{5F600392-46F3-4EEB-8EBA-DBBF027A886F}" dt="2024-12-12T19:26:12.471" v="297"/>
          <ac:picMkLst>
            <pc:docMk/>
            <pc:sldMk cId="0" sldId="256"/>
            <ac:picMk id="8" creationId="{A0F43243-5E85-DDA4-FEC7-F5A633932099}"/>
          </ac:picMkLst>
        </pc:picChg>
        <pc:picChg chg="add mod">
          <ac:chgData name="Lại Quan Thiên" userId="7122f88e-d84d-4065-8574-ab3849c907ee" providerId="ADAL" clId="{5F600392-46F3-4EEB-8EBA-DBBF027A886F}" dt="2024-12-12T19:26:12.471" v="297"/>
          <ac:picMkLst>
            <pc:docMk/>
            <pc:sldMk cId="0" sldId="256"/>
            <ac:picMk id="13" creationId="{D5F1031F-591C-75D4-09E2-4DC4A4F53EAC}"/>
          </ac:picMkLst>
        </pc:picChg>
      </pc:sldChg>
      <pc:sldChg chg="addSp delSp modSp mod modTransition">
        <pc:chgData name="Lại Quan Thiên" userId="7122f88e-d84d-4065-8574-ab3849c907ee" providerId="ADAL" clId="{5F600392-46F3-4EEB-8EBA-DBBF027A886F}" dt="2024-12-12T20:43:22.421" v="3780" actId="20577"/>
        <pc:sldMkLst>
          <pc:docMk/>
          <pc:sldMk cId="0" sldId="258"/>
        </pc:sldMkLst>
        <pc:spChg chg="mod">
          <ac:chgData name="Lại Quan Thiên" userId="7122f88e-d84d-4065-8574-ab3849c907ee" providerId="ADAL" clId="{5F600392-46F3-4EEB-8EBA-DBBF027A886F}" dt="2024-12-12T19:20:25.640" v="179" actId="1076"/>
          <ac:spMkLst>
            <pc:docMk/>
            <pc:sldMk cId="0" sldId="258"/>
            <ac:spMk id="3" creationId="{FFA278A1-23D2-CE62-4E14-5D5D0A3A728D}"/>
          </ac:spMkLst>
        </pc:spChg>
        <pc:spChg chg="mod">
          <ac:chgData name="Lại Quan Thiên" userId="7122f88e-d84d-4065-8574-ab3849c907ee" providerId="ADAL" clId="{5F600392-46F3-4EEB-8EBA-DBBF027A886F}" dt="2024-12-12T19:40:25.986" v="1637" actId="1076"/>
          <ac:spMkLst>
            <pc:docMk/>
            <pc:sldMk cId="0" sldId="258"/>
            <ac:spMk id="220" creationId="{00000000-0000-0000-0000-000000000000}"/>
          </ac:spMkLst>
        </pc:spChg>
        <pc:spChg chg="add del mod">
          <ac:chgData name="Lại Quan Thiên" userId="7122f88e-d84d-4065-8574-ab3849c907ee" providerId="ADAL" clId="{5F600392-46F3-4EEB-8EBA-DBBF027A886F}" dt="2024-12-12T20:43:22.421" v="3780" actId="20577"/>
          <ac:spMkLst>
            <pc:docMk/>
            <pc:sldMk cId="0" sldId="258"/>
            <ac:spMk id="221" creationId="{00000000-0000-0000-0000-000000000000}"/>
          </ac:spMkLst>
        </pc:spChg>
      </pc:sldChg>
      <pc:sldChg chg="addSp delSp modSp mod modTransition">
        <pc:chgData name="Lại Quan Thiên" userId="7122f88e-d84d-4065-8574-ab3849c907ee" providerId="ADAL" clId="{5F600392-46F3-4EEB-8EBA-DBBF027A886F}" dt="2024-12-12T19:53:22.748" v="1832" actId="1076"/>
        <pc:sldMkLst>
          <pc:docMk/>
          <pc:sldMk cId="0" sldId="259"/>
        </pc:sldMkLst>
        <pc:spChg chg="mod">
          <ac:chgData name="Lại Quan Thiên" userId="7122f88e-d84d-4065-8574-ab3849c907ee" providerId="ADAL" clId="{5F600392-46F3-4EEB-8EBA-DBBF027A886F}" dt="2024-12-12T19:38:55.353" v="1543" actId="1076"/>
          <ac:spMkLst>
            <pc:docMk/>
            <pc:sldMk cId="0" sldId="259"/>
            <ac:spMk id="230" creationId="{00000000-0000-0000-0000-000000000000}"/>
          </ac:spMkLst>
        </pc:spChg>
        <pc:spChg chg="mod">
          <ac:chgData name="Lại Quan Thiên" userId="7122f88e-d84d-4065-8574-ab3849c907ee" providerId="ADAL" clId="{5F600392-46F3-4EEB-8EBA-DBBF027A886F}" dt="2024-12-12T19:38:55.353" v="1543" actId="1076"/>
          <ac:spMkLst>
            <pc:docMk/>
            <pc:sldMk cId="0" sldId="259"/>
            <ac:spMk id="231" creationId="{00000000-0000-0000-0000-000000000000}"/>
          </ac:spMkLst>
        </pc:spChg>
        <pc:grpChg chg="add del">
          <ac:chgData name="Lại Quan Thiên" userId="7122f88e-d84d-4065-8574-ab3849c907ee" providerId="ADAL" clId="{5F600392-46F3-4EEB-8EBA-DBBF027A886F}" dt="2024-12-12T19:37:56.368" v="1529" actId="478"/>
          <ac:grpSpMkLst>
            <pc:docMk/>
            <pc:sldMk cId="0" sldId="259"/>
            <ac:grpSpMk id="233" creationId="{00000000-0000-0000-0000-000000000000}"/>
          </ac:grpSpMkLst>
        </pc:grpChg>
        <pc:picChg chg="add mod">
          <ac:chgData name="Lại Quan Thiên" userId="7122f88e-d84d-4065-8574-ab3849c907ee" providerId="ADAL" clId="{5F600392-46F3-4EEB-8EBA-DBBF027A886F}" dt="2024-12-12T19:53:22.748" v="1832" actId="1076"/>
          <ac:picMkLst>
            <pc:docMk/>
            <pc:sldMk cId="0" sldId="259"/>
            <ac:picMk id="9" creationId="{0B21F0EF-7FE0-E25B-DB3E-AE6D323DF11C}"/>
          </ac:picMkLst>
        </pc:picChg>
      </pc:sldChg>
      <pc:sldChg chg="addSp delSp modSp mod ord modTransition modShow">
        <pc:chgData name="Lại Quan Thiên" userId="7122f88e-d84d-4065-8574-ab3849c907ee" providerId="ADAL" clId="{5F600392-46F3-4EEB-8EBA-DBBF027A886F}" dt="2024-12-12T20:44:06.853" v="3785" actId="255"/>
        <pc:sldMkLst>
          <pc:docMk/>
          <pc:sldMk cId="0" sldId="277"/>
        </pc:sldMkLst>
        <pc:spChg chg="add mod">
          <ac:chgData name="Lại Quan Thiên" userId="7122f88e-d84d-4065-8574-ab3849c907ee" providerId="ADAL" clId="{5F600392-46F3-4EEB-8EBA-DBBF027A886F}" dt="2024-12-12T20:20:38.720" v="2952" actId="1076"/>
          <ac:spMkLst>
            <pc:docMk/>
            <pc:sldMk cId="0" sldId="277"/>
            <ac:spMk id="5" creationId="{D5B701C8-B6DF-194A-92EE-1CF093C9E03C}"/>
          </ac:spMkLst>
        </pc:spChg>
        <pc:spChg chg="add mod">
          <ac:chgData name="Lại Quan Thiên" userId="7122f88e-d84d-4065-8574-ab3849c907ee" providerId="ADAL" clId="{5F600392-46F3-4EEB-8EBA-DBBF027A886F}" dt="2024-12-12T20:44:06.853" v="3785" actId="255"/>
          <ac:spMkLst>
            <pc:docMk/>
            <pc:sldMk cId="0" sldId="277"/>
            <ac:spMk id="9" creationId="{92F3C911-CA82-6D96-B88D-5350B51321B4}"/>
          </ac:spMkLst>
        </pc:spChg>
      </pc:sldChg>
      <pc:sldChg chg="addSp delSp modSp mod modTransition">
        <pc:chgData name="Lại Quan Thiên" userId="7122f88e-d84d-4065-8574-ab3849c907ee" providerId="ADAL" clId="{5F600392-46F3-4EEB-8EBA-DBBF027A886F}" dt="2024-12-12T19:53:30.070" v="1835"/>
        <pc:sldMkLst>
          <pc:docMk/>
          <pc:sldMk cId="2514114632" sldId="278"/>
        </pc:sldMkLst>
        <pc:spChg chg="mod">
          <ac:chgData name="Lại Quan Thiên" userId="7122f88e-d84d-4065-8574-ab3849c907ee" providerId="ADAL" clId="{5F600392-46F3-4EEB-8EBA-DBBF027A886F}" dt="2024-12-12T19:48:49.160" v="1727" actId="207"/>
          <ac:spMkLst>
            <pc:docMk/>
            <pc:sldMk cId="2514114632" sldId="278"/>
            <ac:spMk id="231" creationId="{1056A05D-886A-E1A9-4F01-FB9929C92CC6}"/>
          </ac:spMkLst>
        </pc:spChg>
        <pc:picChg chg="add mod">
          <ac:chgData name="Lại Quan Thiên" userId="7122f88e-d84d-4065-8574-ab3849c907ee" providerId="ADAL" clId="{5F600392-46F3-4EEB-8EBA-DBBF027A886F}" dt="2024-12-12T19:53:30.070" v="1835"/>
          <ac:picMkLst>
            <pc:docMk/>
            <pc:sldMk cId="2514114632" sldId="278"/>
            <ac:picMk id="5" creationId="{93DECF49-5176-A510-C91F-BD80C6E43A73}"/>
          </ac:picMkLst>
        </pc:picChg>
      </pc:sldChg>
      <pc:sldChg chg="addSp delSp modSp mod modTransition">
        <pc:chgData name="Lại Quan Thiên" userId="7122f88e-d84d-4065-8574-ab3849c907ee" providerId="ADAL" clId="{5F600392-46F3-4EEB-8EBA-DBBF027A886F}" dt="2024-12-12T19:54:15.284" v="1846" actId="1076"/>
        <pc:sldMkLst>
          <pc:docMk/>
          <pc:sldMk cId="1766152705" sldId="279"/>
        </pc:sldMkLst>
        <pc:spChg chg="mod">
          <ac:chgData name="Lại Quan Thiên" userId="7122f88e-d84d-4065-8574-ab3849c907ee" providerId="ADAL" clId="{5F600392-46F3-4EEB-8EBA-DBBF027A886F}" dt="2024-12-12T19:54:07.915" v="1844" actId="1076"/>
          <ac:spMkLst>
            <pc:docMk/>
            <pc:sldMk cId="1766152705" sldId="279"/>
            <ac:spMk id="230" creationId="{EAB26008-3BDC-508C-CB3E-64909A4AE97F}"/>
          </ac:spMkLst>
        </pc:spChg>
        <pc:spChg chg="mod">
          <ac:chgData name="Lại Quan Thiên" userId="7122f88e-d84d-4065-8574-ab3849c907ee" providerId="ADAL" clId="{5F600392-46F3-4EEB-8EBA-DBBF027A886F}" dt="2024-12-12T19:54:15.284" v="1846" actId="1076"/>
          <ac:spMkLst>
            <pc:docMk/>
            <pc:sldMk cId="1766152705" sldId="279"/>
            <ac:spMk id="231" creationId="{DBFB7C3C-1CE9-8F0B-0349-2E71E06A7EBF}"/>
          </ac:spMkLst>
        </pc:spChg>
        <pc:picChg chg="add mod">
          <ac:chgData name="Lại Quan Thiên" userId="7122f88e-d84d-4065-8574-ab3849c907ee" providerId="ADAL" clId="{5F600392-46F3-4EEB-8EBA-DBBF027A886F}" dt="2024-12-12T19:54:04.092" v="1843"/>
          <ac:picMkLst>
            <pc:docMk/>
            <pc:sldMk cId="1766152705" sldId="279"/>
            <ac:picMk id="5" creationId="{7F033BB4-2F4E-CAB3-F5E8-B7A10AFD110D}"/>
          </ac:picMkLst>
        </pc:picChg>
      </pc:sldChg>
      <pc:sldChg chg="addSp delSp modSp mod modTransition">
        <pc:chgData name="Lại Quan Thiên" userId="7122f88e-d84d-4065-8574-ab3849c907ee" providerId="ADAL" clId="{5F600392-46F3-4EEB-8EBA-DBBF027A886F}" dt="2024-12-12T19:59:35.781" v="1991" actId="1076"/>
        <pc:sldMkLst>
          <pc:docMk/>
          <pc:sldMk cId="3084001268" sldId="280"/>
        </pc:sldMkLst>
        <pc:spChg chg="mod">
          <ac:chgData name="Lại Quan Thiên" userId="7122f88e-d84d-4065-8574-ab3849c907ee" providerId="ADAL" clId="{5F600392-46F3-4EEB-8EBA-DBBF027A886F}" dt="2024-12-12T19:59:35.781" v="1991" actId="1076"/>
          <ac:spMkLst>
            <pc:docMk/>
            <pc:sldMk cId="3084001268" sldId="280"/>
            <ac:spMk id="230" creationId="{24B1BF7C-A991-66C9-69B3-E5AC0CA38F23}"/>
          </ac:spMkLst>
        </pc:spChg>
        <pc:spChg chg="mod">
          <ac:chgData name="Lại Quan Thiên" userId="7122f88e-d84d-4065-8574-ab3849c907ee" providerId="ADAL" clId="{5F600392-46F3-4EEB-8EBA-DBBF027A886F}" dt="2024-12-12T19:59:35.781" v="1991" actId="1076"/>
          <ac:spMkLst>
            <pc:docMk/>
            <pc:sldMk cId="3084001268" sldId="280"/>
            <ac:spMk id="231" creationId="{2D51A076-6B2A-E107-ECFF-5DB5733576CA}"/>
          </ac:spMkLst>
        </pc:spChg>
        <pc:picChg chg="add mod">
          <ac:chgData name="Lại Quan Thiên" userId="7122f88e-d84d-4065-8574-ab3849c907ee" providerId="ADAL" clId="{5F600392-46F3-4EEB-8EBA-DBBF027A886F}" dt="2024-12-12T19:59:27.251" v="1990"/>
          <ac:picMkLst>
            <pc:docMk/>
            <pc:sldMk cId="3084001268" sldId="280"/>
            <ac:picMk id="5" creationId="{BD62ED7D-5CCC-A76B-F915-F2A417A8B35C}"/>
          </ac:picMkLst>
        </pc:picChg>
      </pc:sldChg>
      <pc:sldChg chg="addSp delSp modSp mod modTransition">
        <pc:chgData name="Lại Quan Thiên" userId="7122f88e-d84d-4065-8574-ab3849c907ee" providerId="ADAL" clId="{5F600392-46F3-4EEB-8EBA-DBBF027A886F}" dt="2024-12-12T19:59:53.697" v="1993" actId="1076"/>
        <pc:sldMkLst>
          <pc:docMk/>
          <pc:sldMk cId="637269341" sldId="281"/>
        </pc:sldMkLst>
        <pc:spChg chg="mod">
          <ac:chgData name="Lại Quan Thiên" userId="7122f88e-d84d-4065-8574-ab3849c907ee" providerId="ADAL" clId="{5F600392-46F3-4EEB-8EBA-DBBF027A886F}" dt="2024-12-12T19:59:53.697" v="1993" actId="1076"/>
          <ac:spMkLst>
            <pc:docMk/>
            <pc:sldMk cId="637269341" sldId="281"/>
            <ac:spMk id="230" creationId="{3EFF1CD2-A727-1267-CC83-48B723781AD8}"/>
          </ac:spMkLst>
        </pc:spChg>
        <pc:spChg chg="mod">
          <ac:chgData name="Lại Quan Thiên" userId="7122f88e-d84d-4065-8574-ab3849c907ee" providerId="ADAL" clId="{5F600392-46F3-4EEB-8EBA-DBBF027A886F}" dt="2024-12-12T19:59:53.697" v="1993" actId="1076"/>
          <ac:spMkLst>
            <pc:docMk/>
            <pc:sldMk cId="637269341" sldId="281"/>
            <ac:spMk id="231" creationId="{65D59D06-0408-ED9C-F021-9F4CF8E726A6}"/>
          </ac:spMkLst>
        </pc:spChg>
        <pc:picChg chg="add mod">
          <ac:chgData name="Lại Quan Thiên" userId="7122f88e-d84d-4065-8574-ab3849c907ee" providerId="ADAL" clId="{5F600392-46F3-4EEB-8EBA-DBBF027A886F}" dt="2024-12-12T19:59:48.049" v="1992"/>
          <ac:picMkLst>
            <pc:docMk/>
            <pc:sldMk cId="637269341" sldId="281"/>
            <ac:picMk id="7" creationId="{C1B40586-84E0-712F-46FC-0EBC2097341D}"/>
          </ac:picMkLst>
        </pc:picChg>
      </pc:sldChg>
      <pc:sldChg chg="addSp delSp modSp mod modTransition">
        <pc:chgData name="Lại Quan Thiên" userId="7122f88e-d84d-4065-8574-ab3849c907ee" providerId="ADAL" clId="{5F600392-46F3-4EEB-8EBA-DBBF027A886F}" dt="2024-12-12T20:02:11.995" v="2036" actId="1076"/>
        <pc:sldMkLst>
          <pc:docMk/>
          <pc:sldMk cId="4269743682" sldId="282"/>
        </pc:sldMkLst>
        <pc:spChg chg="mod">
          <ac:chgData name="Lại Quan Thiên" userId="7122f88e-d84d-4065-8574-ab3849c907ee" providerId="ADAL" clId="{5F600392-46F3-4EEB-8EBA-DBBF027A886F}" dt="2024-12-12T20:02:06.303" v="2034" actId="1076"/>
          <ac:spMkLst>
            <pc:docMk/>
            <pc:sldMk cId="4269743682" sldId="282"/>
            <ac:spMk id="230" creationId="{FA609C48-D262-6954-C977-F6681E27004E}"/>
          </ac:spMkLst>
        </pc:spChg>
        <pc:spChg chg="mod">
          <ac:chgData name="Lại Quan Thiên" userId="7122f88e-d84d-4065-8574-ab3849c907ee" providerId="ADAL" clId="{5F600392-46F3-4EEB-8EBA-DBBF027A886F}" dt="2024-12-12T20:02:11.995" v="2036" actId="1076"/>
          <ac:spMkLst>
            <pc:docMk/>
            <pc:sldMk cId="4269743682" sldId="282"/>
            <ac:spMk id="231" creationId="{77203528-487C-18BB-34AA-9D3DCE768612}"/>
          </ac:spMkLst>
        </pc:spChg>
        <pc:picChg chg="add mod">
          <ac:chgData name="Lại Quan Thiên" userId="7122f88e-d84d-4065-8574-ab3849c907ee" providerId="ADAL" clId="{5F600392-46F3-4EEB-8EBA-DBBF027A886F}" dt="2024-12-12T20:01:50.087" v="2028"/>
          <ac:picMkLst>
            <pc:docMk/>
            <pc:sldMk cId="4269743682" sldId="282"/>
            <ac:picMk id="5" creationId="{232AD941-F0AB-642F-FA3B-99E049F6018A}"/>
          </ac:picMkLst>
        </pc:picChg>
      </pc:sldChg>
      <pc:sldChg chg="addSp delSp modSp mod modTransition">
        <pc:chgData name="Lại Quan Thiên" userId="7122f88e-d84d-4065-8574-ab3849c907ee" providerId="ADAL" clId="{5F600392-46F3-4EEB-8EBA-DBBF027A886F}" dt="2024-12-12T20:02:31.567" v="2043" actId="20577"/>
        <pc:sldMkLst>
          <pc:docMk/>
          <pc:sldMk cId="3515137512" sldId="283"/>
        </pc:sldMkLst>
        <pc:spChg chg="mod">
          <ac:chgData name="Lại Quan Thiên" userId="7122f88e-d84d-4065-8574-ab3849c907ee" providerId="ADAL" clId="{5F600392-46F3-4EEB-8EBA-DBBF027A886F}" dt="2024-12-12T20:02:31.567" v="2043" actId="20577"/>
          <ac:spMkLst>
            <pc:docMk/>
            <pc:sldMk cId="3515137512" sldId="283"/>
            <ac:spMk id="230" creationId="{95207A04-1D6A-86B5-CB2B-A8A4234A4337}"/>
          </ac:spMkLst>
        </pc:spChg>
        <pc:spChg chg="mod">
          <ac:chgData name="Lại Quan Thiên" userId="7122f88e-d84d-4065-8574-ab3849c907ee" providerId="ADAL" clId="{5F600392-46F3-4EEB-8EBA-DBBF027A886F}" dt="2024-12-12T20:02:29.291" v="2042" actId="2711"/>
          <ac:spMkLst>
            <pc:docMk/>
            <pc:sldMk cId="3515137512" sldId="283"/>
            <ac:spMk id="231" creationId="{2FD351EC-6BBF-A0B7-43C7-65441C935E6A}"/>
          </ac:spMkLst>
        </pc:spChg>
        <pc:picChg chg="add mod">
          <ac:chgData name="Lại Quan Thiên" userId="7122f88e-d84d-4065-8574-ab3849c907ee" providerId="ADAL" clId="{5F600392-46F3-4EEB-8EBA-DBBF027A886F}" dt="2024-12-12T20:02:23.786" v="2040"/>
          <ac:picMkLst>
            <pc:docMk/>
            <pc:sldMk cId="3515137512" sldId="283"/>
            <ac:picMk id="5" creationId="{41BCA120-A24F-54D2-EF85-A121352E5391}"/>
          </ac:picMkLst>
        </pc:picChg>
      </pc:sldChg>
      <pc:sldChg chg="addSp delSp modSp mod modTransition">
        <pc:chgData name="Lại Quan Thiên" userId="7122f88e-d84d-4065-8574-ab3849c907ee" providerId="ADAL" clId="{5F600392-46F3-4EEB-8EBA-DBBF027A886F}" dt="2024-12-12T20:10:44.999" v="2816"/>
        <pc:sldMkLst>
          <pc:docMk/>
          <pc:sldMk cId="3038320900" sldId="284"/>
        </pc:sldMkLst>
        <pc:spChg chg="mod">
          <ac:chgData name="Lại Quan Thiên" userId="7122f88e-d84d-4065-8574-ab3849c907ee" providerId="ADAL" clId="{5F600392-46F3-4EEB-8EBA-DBBF027A886F}" dt="2024-12-12T20:10:27.287" v="2810" actId="20577"/>
          <ac:spMkLst>
            <pc:docMk/>
            <pc:sldMk cId="3038320900" sldId="284"/>
            <ac:spMk id="230" creationId="{726B81A3-3C58-9D58-8019-88209736D4B2}"/>
          </ac:spMkLst>
        </pc:spChg>
        <pc:spChg chg="mod">
          <ac:chgData name="Lại Quan Thiên" userId="7122f88e-d84d-4065-8574-ab3849c907ee" providerId="ADAL" clId="{5F600392-46F3-4EEB-8EBA-DBBF027A886F}" dt="2024-12-12T20:10:24.664" v="2809" actId="2711"/>
          <ac:spMkLst>
            <pc:docMk/>
            <pc:sldMk cId="3038320900" sldId="284"/>
            <ac:spMk id="231" creationId="{FE47C491-99BA-AE0D-7588-F12634B4F6BC}"/>
          </ac:spMkLst>
        </pc:spChg>
        <pc:picChg chg="add mod">
          <ac:chgData name="Lại Quan Thiên" userId="7122f88e-d84d-4065-8574-ab3849c907ee" providerId="ADAL" clId="{5F600392-46F3-4EEB-8EBA-DBBF027A886F}" dt="2024-12-12T20:10:44.999" v="2816"/>
          <ac:picMkLst>
            <pc:docMk/>
            <pc:sldMk cId="3038320900" sldId="284"/>
            <ac:picMk id="5" creationId="{5F0A8EF1-DA54-5FEE-70FC-D044CCF8C5D5}"/>
          </ac:picMkLst>
        </pc:picChg>
      </pc:sldChg>
      <pc:sldChg chg="addSp delSp modSp mod modTransition">
        <pc:chgData name="Lại Quan Thiên" userId="7122f88e-d84d-4065-8574-ab3849c907ee" providerId="ADAL" clId="{5F600392-46F3-4EEB-8EBA-DBBF027A886F}" dt="2024-12-12T20:11:52.385" v="2863" actId="2711"/>
        <pc:sldMkLst>
          <pc:docMk/>
          <pc:sldMk cId="1713076938" sldId="285"/>
        </pc:sldMkLst>
        <pc:spChg chg="mod">
          <ac:chgData name="Lại Quan Thiên" userId="7122f88e-d84d-4065-8574-ab3849c907ee" providerId="ADAL" clId="{5F600392-46F3-4EEB-8EBA-DBBF027A886F}" dt="2024-12-12T20:11:52.385" v="2863" actId="2711"/>
          <ac:spMkLst>
            <pc:docMk/>
            <pc:sldMk cId="1713076938" sldId="285"/>
            <ac:spMk id="231" creationId="{0AF04B75-BEA7-B260-86B9-72DA566DEAC2}"/>
          </ac:spMkLst>
        </pc:spChg>
        <pc:picChg chg="add mod">
          <ac:chgData name="Lại Quan Thiên" userId="7122f88e-d84d-4065-8574-ab3849c907ee" providerId="ADAL" clId="{5F600392-46F3-4EEB-8EBA-DBBF027A886F}" dt="2024-12-12T20:10:39.241" v="2813"/>
          <ac:picMkLst>
            <pc:docMk/>
            <pc:sldMk cId="1713076938" sldId="285"/>
            <ac:picMk id="5" creationId="{A1EFE527-B0D7-E7F7-828B-3FF717371714}"/>
          </ac:picMkLst>
        </pc:picChg>
      </pc:sldChg>
      <pc:sldChg chg="addSp delSp modSp mod modTransition">
        <pc:chgData name="Lại Quan Thiên" userId="7122f88e-d84d-4065-8574-ab3849c907ee" providerId="ADAL" clId="{5F600392-46F3-4EEB-8EBA-DBBF027A886F}" dt="2024-12-12T19:55:53.308" v="1897" actId="1076"/>
        <pc:sldMkLst>
          <pc:docMk/>
          <pc:sldMk cId="1607197195" sldId="287"/>
        </pc:sldMkLst>
        <pc:spChg chg="add mod">
          <ac:chgData name="Lại Quan Thiên" userId="7122f88e-d84d-4065-8574-ab3849c907ee" providerId="ADAL" clId="{5F600392-46F3-4EEB-8EBA-DBBF027A886F}" dt="2024-12-12T19:55:53.308" v="1897" actId="1076"/>
          <ac:spMkLst>
            <pc:docMk/>
            <pc:sldMk cId="1607197195" sldId="287"/>
            <ac:spMk id="12" creationId="{1C4B1A4C-99EB-8D9D-FA62-1EC7DB2A2E2B}"/>
          </ac:spMkLst>
        </pc:spChg>
      </pc:sldChg>
      <pc:sldChg chg="addSp delSp modSp mod modTransition modShow">
        <pc:chgData name="Lại Quan Thiên" userId="7122f88e-d84d-4065-8574-ab3849c907ee" providerId="ADAL" clId="{5F600392-46F3-4EEB-8EBA-DBBF027A886F}" dt="2024-12-12T20:05:26.247" v="2261" actId="1076"/>
        <pc:sldMkLst>
          <pc:docMk/>
          <pc:sldMk cId="3499349512" sldId="290"/>
        </pc:sldMkLst>
        <pc:spChg chg="add mod">
          <ac:chgData name="Lại Quan Thiên" userId="7122f88e-d84d-4065-8574-ab3849c907ee" providerId="ADAL" clId="{5F600392-46F3-4EEB-8EBA-DBBF027A886F}" dt="2024-12-12T20:05:26.247" v="2261" actId="1076"/>
          <ac:spMkLst>
            <pc:docMk/>
            <pc:sldMk cId="3499349512" sldId="290"/>
            <ac:spMk id="5" creationId="{7C995EA2-F282-EFAE-07D8-DE9404875CD8}"/>
          </ac:spMkLst>
        </pc:spChg>
      </pc:sldChg>
      <pc:sldChg chg="addSp delSp modSp mod ord modTransition">
        <pc:chgData name="Lại Quan Thiên" userId="7122f88e-d84d-4065-8574-ab3849c907ee" providerId="ADAL" clId="{5F600392-46F3-4EEB-8EBA-DBBF027A886F}" dt="2024-12-12T19:55:09.375" v="1861"/>
        <pc:sldMkLst>
          <pc:docMk/>
          <pc:sldMk cId="1889632322" sldId="291"/>
        </pc:sldMkLst>
        <pc:spChg chg="add mod">
          <ac:chgData name="Lại Quan Thiên" userId="7122f88e-d84d-4065-8574-ab3849c907ee" providerId="ADAL" clId="{5F600392-46F3-4EEB-8EBA-DBBF027A886F}" dt="2024-12-12T19:55:09.375" v="1861"/>
          <ac:spMkLst>
            <pc:docMk/>
            <pc:sldMk cId="1889632322" sldId="291"/>
            <ac:spMk id="12" creationId="{683340AF-3749-E7F7-C878-7DAD5C2B115D}"/>
          </ac:spMkLst>
        </pc:spChg>
      </pc:sldChg>
      <pc:sldChg chg="addSp delSp modSp mod modTransition">
        <pc:chgData name="Lại Quan Thiên" userId="7122f88e-d84d-4065-8574-ab3849c907ee" providerId="ADAL" clId="{5F600392-46F3-4EEB-8EBA-DBBF027A886F}" dt="2024-12-12T19:55:15.666" v="1864"/>
        <pc:sldMkLst>
          <pc:docMk/>
          <pc:sldMk cId="3284255249" sldId="292"/>
        </pc:sldMkLst>
        <pc:spChg chg="add mod">
          <ac:chgData name="Lại Quan Thiên" userId="7122f88e-d84d-4065-8574-ab3849c907ee" providerId="ADAL" clId="{5F600392-46F3-4EEB-8EBA-DBBF027A886F}" dt="2024-12-12T19:55:15.666" v="1864"/>
          <ac:spMkLst>
            <pc:docMk/>
            <pc:sldMk cId="3284255249" sldId="292"/>
            <ac:spMk id="11" creationId="{B0331614-ED79-5101-F942-17949A6B9C4C}"/>
          </ac:spMkLst>
        </pc:spChg>
      </pc:sldChg>
      <pc:sldChg chg="addSp delSp modSp mod modTransition">
        <pc:chgData name="Lại Quan Thiên" userId="7122f88e-d84d-4065-8574-ab3849c907ee" providerId="ADAL" clId="{5F600392-46F3-4EEB-8EBA-DBBF027A886F}" dt="2024-12-12T19:55:20.541" v="1867"/>
        <pc:sldMkLst>
          <pc:docMk/>
          <pc:sldMk cId="1862134808" sldId="293"/>
        </pc:sldMkLst>
        <pc:spChg chg="add mod">
          <ac:chgData name="Lại Quan Thiên" userId="7122f88e-d84d-4065-8574-ab3849c907ee" providerId="ADAL" clId="{5F600392-46F3-4EEB-8EBA-DBBF027A886F}" dt="2024-12-12T19:55:20.541" v="1867"/>
          <ac:spMkLst>
            <pc:docMk/>
            <pc:sldMk cId="1862134808" sldId="293"/>
            <ac:spMk id="11" creationId="{C8C517AE-5340-958F-0CA3-82ADFF0A44D0}"/>
          </ac:spMkLst>
        </pc:spChg>
      </pc:sldChg>
      <pc:sldChg chg="addSp delSp modSp mod modTransition modShow">
        <pc:chgData name="Lại Quan Thiên" userId="7122f88e-d84d-4065-8574-ab3849c907ee" providerId="ADAL" clId="{5F600392-46F3-4EEB-8EBA-DBBF027A886F}" dt="2024-12-12T19:55:25.866" v="1870"/>
        <pc:sldMkLst>
          <pc:docMk/>
          <pc:sldMk cId="1895210113" sldId="294"/>
        </pc:sldMkLst>
        <pc:spChg chg="add mod">
          <ac:chgData name="Lại Quan Thiên" userId="7122f88e-d84d-4065-8574-ab3849c907ee" providerId="ADAL" clId="{5F600392-46F3-4EEB-8EBA-DBBF027A886F}" dt="2024-12-12T19:55:25.866" v="1870"/>
          <ac:spMkLst>
            <pc:docMk/>
            <pc:sldMk cId="1895210113" sldId="294"/>
            <ac:spMk id="11" creationId="{7A62DB26-1598-AD5D-FA9E-5A9FA86E7456}"/>
          </ac:spMkLst>
        </pc:spChg>
      </pc:sldChg>
      <pc:sldChg chg="addSp delSp modSp mod modTransition modShow">
        <pc:chgData name="Lại Quan Thiên" userId="7122f88e-d84d-4065-8574-ab3849c907ee" providerId="ADAL" clId="{5F600392-46F3-4EEB-8EBA-DBBF027A886F}" dt="2024-12-12T19:55:29.897" v="1873"/>
        <pc:sldMkLst>
          <pc:docMk/>
          <pc:sldMk cId="1454739656" sldId="295"/>
        </pc:sldMkLst>
        <pc:spChg chg="add mod">
          <ac:chgData name="Lại Quan Thiên" userId="7122f88e-d84d-4065-8574-ab3849c907ee" providerId="ADAL" clId="{5F600392-46F3-4EEB-8EBA-DBBF027A886F}" dt="2024-12-12T19:55:29.897" v="1873"/>
          <ac:spMkLst>
            <pc:docMk/>
            <pc:sldMk cId="1454739656" sldId="295"/>
            <ac:spMk id="11" creationId="{F5C56BAE-9623-B5B7-C163-968B7D2F8880}"/>
          </ac:spMkLst>
        </pc:spChg>
      </pc:sldChg>
      <pc:sldChg chg="addSp delSp modSp mod modTransition modShow">
        <pc:chgData name="Lại Quan Thiên" userId="7122f88e-d84d-4065-8574-ab3849c907ee" providerId="ADAL" clId="{5F600392-46F3-4EEB-8EBA-DBBF027A886F}" dt="2024-12-12T20:05:03.168" v="2201" actId="20577"/>
        <pc:sldMkLst>
          <pc:docMk/>
          <pc:sldMk cId="418736414" sldId="296"/>
        </pc:sldMkLst>
        <pc:spChg chg="add mod">
          <ac:chgData name="Lại Quan Thiên" userId="7122f88e-d84d-4065-8574-ab3849c907ee" providerId="ADAL" clId="{5F600392-46F3-4EEB-8EBA-DBBF027A886F}" dt="2024-12-12T20:05:03.168" v="2201" actId="20577"/>
          <ac:spMkLst>
            <pc:docMk/>
            <pc:sldMk cId="418736414" sldId="296"/>
            <ac:spMk id="5" creationId="{0FBD3455-29BE-B173-36E4-19BAD1969F07}"/>
          </ac:spMkLst>
        </pc:spChg>
      </pc:sldChg>
      <pc:sldChg chg="addSp delSp modSp mod modTransition modShow">
        <pc:chgData name="Lại Quan Thiên" userId="7122f88e-d84d-4065-8574-ab3849c907ee" providerId="ADAL" clId="{5F600392-46F3-4EEB-8EBA-DBBF027A886F}" dt="2024-12-12T20:05:14.452" v="2250" actId="20577"/>
        <pc:sldMkLst>
          <pc:docMk/>
          <pc:sldMk cId="2666680418" sldId="297"/>
        </pc:sldMkLst>
        <pc:spChg chg="add mod">
          <ac:chgData name="Lại Quan Thiên" userId="7122f88e-d84d-4065-8574-ab3849c907ee" providerId="ADAL" clId="{5F600392-46F3-4EEB-8EBA-DBBF027A886F}" dt="2024-12-12T20:05:14.452" v="2250" actId="20577"/>
          <ac:spMkLst>
            <pc:docMk/>
            <pc:sldMk cId="2666680418" sldId="297"/>
            <ac:spMk id="5" creationId="{5C09F2F1-DB12-813F-1A1F-0A59FA501564}"/>
          </ac:spMkLst>
        </pc:spChg>
      </pc:sldChg>
      <pc:sldChg chg="addSp delSp modSp mod modTransition">
        <pc:chgData name="Lại Quan Thiên" userId="7122f88e-d84d-4065-8574-ab3849c907ee" providerId="ADAL" clId="{5F600392-46F3-4EEB-8EBA-DBBF027A886F}" dt="2024-12-12T19:56:47.354" v="1911"/>
        <pc:sldMkLst>
          <pc:docMk/>
          <pc:sldMk cId="476218082" sldId="300"/>
        </pc:sldMkLst>
        <pc:spChg chg="add mod">
          <ac:chgData name="Lại Quan Thiên" userId="7122f88e-d84d-4065-8574-ab3849c907ee" providerId="ADAL" clId="{5F600392-46F3-4EEB-8EBA-DBBF027A886F}" dt="2024-12-12T19:56:47.354" v="1911"/>
          <ac:spMkLst>
            <pc:docMk/>
            <pc:sldMk cId="476218082" sldId="300"/>
            <ac:spMk id="9" creationId="{267522AF-E1BB-E083-892C-9793EC1E757F}"/>
          </ac:spMkLst>
        </pc:spChg>
        <pc:spChg chg="mod">
          <ac:chgData name="Lại Quan Thiên" userId="7122f88e-d84d-4065-8574-ab3849c907ee" providerId="ADAL" clId="{5F600392-46F3-4EEB-8EBA-DBBF027A886F}" dt="2024-12-12T19:51:41.949" v="1823" actId="1076"/>
          <ac:spMkLst>
            <pc:docMk/>
            <pc:sldMk cId="476218082" sldId="300"/>
            <ac:spMk id="810" creationId="{FBF16A08-A7EC-A098-9DFD-29700B0EFFBF}"/>
          </ac:spMkLst>
        </pc:spChg>
        <pc:picChg chg="add mod">
          <ac:chgData name="Lại Quan Thiên" userId="7122f88e-d84d-4065-8574-ab3849c907ee" providerId="ADAL" clId="{5F600392-46F3-4EEB-8EBA-DBBF027A886F}" dt="2024-12-12T19:51:41.949" v="1823" actId="1076"/>
          <ac:picMkLst>
            <pc:docMk/>
            <pc:sldMk cId="476218082" sldId="300"/>
            <ac:picMk id="6" creationId="{DFBA507B-CDED-A2C9-5F51-AA781F6DB4CC}"/>
          </ac:picMkLst>
        </pc:picChg>
        <pc:picChg chg="mod">
          <ac:chgData name="Lại Quan Thiên" userId="7122f88e-d84d-4065-8574-ab3849c907ee" providerId="ADAL" clId="{5F600392-46F3-4EEB-8EBA-DBBF027A886F}" dt="2024-12-12T19:51:41.949" v="1823" actId="1076"/>
          <ac:picMkLst>
            <pc:docMk/>
            <pc:sldMk cId="476218082" sldId="300"/>
            <ac:picMk id="14338" creationId="{A0EB6DEC-1EF6-BF1F-1836-E8363248CBCB}"/>
          </ac:picMkLst>
        </pc:picChg>
      </pc:sldChg>
      <pc:sldChg chg="addSp delSp modSp mod modTransition modShow">
        <pc:chgData name="Lại Quan Thiên" userId="7122f88e-d84d-4065-8574-ab3849c907ee" providerId="ADAL" clId="{5F600392-46F3-4EEB-8EBA-DBBF027A886F}" dt="2024-12-12T19:57:04.665" v="1934" actId="1076"/>
        <pc:sldMkLst>
          <pc:docMk/>
          <pc:sldMk cId="3484818886" sldId="304"/>
        </pc:sldMkLst>
        <pc:spChg chg="add mod">
          <ac:chgData name="Lại Quan Thiên" userId="7122f88e-d84d-4065-8574-ab3849c907ee" providerId="ADAL" clId="{5F600392-46F3-4EEB-8EBA-DBBF027A886F}" dt="2024-12-12T19:57:04.665" v="1934" actId="1076"/>
          <ac:spMkLst>
            <pc:docMk/>
            <pc:sldMk cId="3484818886" sldId="304"/>
            <ac:spMk id="8" creationId="{3FE03CDE-DBC5-509F-B7E3-E0904112A972}"/>
          </ac:spMkLst>
        </pc:spChg>
      </pc:sldChg>
      <pc:sldChg chg="addSp delSp modSp mod modTransition modShow">
        <pc:chgData name="Lại Quan Thiên" userId="7122f88e-d84d-4065-8574-ab3849c907ee" providerId="ADAL" clId="{5F600392-46F3-4EEB-8EBA-DBBF027A886F}" dt="2024-12-12T20:05:36.481" v="2282" actId="20577"/>
        <pc:sldMkLst>
          <pc:docMk/>
          <pc:sldMk cId="2816068163" sldId="305"/>
        </pc:sldMkLst>
        <pc:spChg chg="add mod">
          <ac:chgData name="Lại Quan Thiên" userId="7122f88e-d84d-4065-8574-ab3849c907ee" providerId="ADAL" clId="{5F600392-46F3-4EEB-8EBA-DBBF027A886F}" dt="2024-12-12T20:05:36.481" v="2282" actId="20577"/>
          <ac:spMkLst>
            <pc:docMk/>
            <pc:sldMk cId="2816068163" sldId="305"/>
            <ac:spMk id="5" creationId="{05DECDAE-8D5A-DEA9-7878-A3AC52D1D6C7}"/>
          </ac:spMkLst>
        </pc:spChg>
      </pc:sldChg>
      <pc:sldChg chg="addSp delSp modSp mod modTransition modShow">
        <pc:chgData name="Lại Quan Thiên" userId="7122f88e-d84d-4065-8574-ab3849c907ee" providerId="ADAL" clId="{5F600392-46F3-4EEB-8EBA-DBBF027A886F}" dt="2024-12-12T20:05:48.944" v="2311" actId="20577"/>
        <pc:sldMkLst>
          <pc:docMk/>
          <pc:sldMk cId="3824118180" sldId="306"/>
        </pc:sldMkLst>
        <pc:spChg chg="add mod">
          <ac:chgData name="Lại Quan Thiên" userId="7122f88e-d84d-4065-8574-ab3849c907ee" providerId="ADAL" clId="{5F600392-46F3-4EEB-8EBA-DBBF027A886F}" dt="2024-12-12T20:05:48.944" v="2311" actId="20577"/>
          <ac:spMkLst>
            <pc:docMk/>
            <pc:sldMk cId="3824118180" sldId="306"/>
            <ac:spMk id="5" creationId="{54B745FE-AD3F-AEEA-2E2D-302A2E75CAB3}"/>
          </ac:spMkLst>
        </pc:spChg>
      </pc:sldChg>
      <pc:sldChg chg="addSp delSp modSp mod modTransition modShow">
        <pc:chgData name="Lại Quan Thiên" userId="7122f88e-d84d-4065-8574-ab3849c907ee" providerId="ADAL" clId="{5F600392-46F3-4EEB-8EBA-DBBF027A886F}" dt="2024-12-12T20:06:03.034" v="2331" actId="1076"/>
        <pc:sldMkLst>
          <pc:docMk/>
          <pc:sldMk cId="978946605" sldId="307"/>
        </pc:sldMkLst>
        <pc:spChg chg="add mod">
          <ac:chgData name="Lại Quan Thiên" userId="7122f88e-d84d-4065-8574-ab3849c907ee" providerId="ADAL" clId="{5F600392-46F3-4EEB-8EBA-DBBF027A886F}" dt="2024-12-12T20:06:03.034" v="2331" actId="1076"/>
          <ac:spMkLst>
            <pc:docMk/>
            <pc:sldMk cId="978946605" sldId="307"/>
            <ac:spMk id="5" creationId="{8181878F-B878-821E-509D-157899A31459}"/>
          </ac:spMkLst>
        </pc:spChg>
      </pc:sldChg>
      <pc:sldChg chg="addSp delSp modSp mod modTransition modShow">
        <pc:chgData name="Lại Quan Thiên" userId="7122f88e-d84d-4065-8574-ab3849c907ee" providerId="ADAL" clId="{5F600392-46F3-4EEB-8EBA-DBBF027A886F}" dt="2024-12-12T19:56:20.560" v="1902" actId="1076"/>
        <pc:sldMkLst>
          <pc:docMk/>
          <pc:sldMk cId="3392316816" sldId="308"/>
        </pc:sldMkLst>
        <pc:spChg chg="add mod">
          <ac:chgData name="Lại Quan Thiên" userId="7122f88e-d84d-4065-8574-ab3849c907ee" providerId="ADAL" clId="{5F600392-46F3-4EEB-8EBA-DBBF027A886F}" dt="2024-12-12T19:56:20.560" v="1902" actId="1076"/>
          <ac:spMkLst>
            <pc:docMk/>
            <pc:sldMk cId="3392316816" sldId="308"/>
            <ac:spMk id="5" creationId="{46558239-C95A-C61D-72DC-00740AF5FA6E}"/>
          </ac:spMkLst>
        </pc:spChg>
      </pc:sldChg>
      <pc:sldChg chg="addSp delSp modSp mod modTransition">
        <pc:chgData name="Lại Quan Thiên" userId="7122f88e-d84d-4065-8574-ab3849c907ee" providerId="ADAL" clId="{5F600392-46F3-4EEB-8EBA-DBBF027A886F}" dt="2024-12-12T19:56:40.971" v="1908"/>
        <pc:sldMkLst>
          <pc:docMk/>
          <pc:sldMk cId="3339355855" sldId="309"/>
        </pc:sldMkLst>
        <pc:spChg chg="add mod">
          <ac:chgData name="Lại Quan Thiên" userId="7122f88e-d84d-4065-8574-ab3849c907ee" providerId="ADAL" clId="{5F600392-46F3-4EEB-8EBA-DBBF027A886F}" dt="2024-12-12T19:56:40.971" v="1908"/>
          <ac:spMkLst>
            <pc:docMk/>
            <pc:sldMk cId="3339355855" sldId="309"/>
            <ac:spMk id="8" creationId="{58840B2A-3A30-BC1E-B9E3-0BDBF2D45561}"/>
          </ac:spMkLst>
        </pc:spChg>
      </pc:sldChg>
      <pc:sldChg chg="addSp delSp modSp mod modTransition modShow">
        <pc:chgData name="Lại Quan Thiên" userId="7122f88e-d84d-4065-8574-ab3849c907ee" providerId="ADAL" clId="{5F600392-46F3-4EEB-8EBA-DBBF027A886F}" dt="2024-12-12T19:57:11.554" v="1937"/>
        <pc:sldMkLst>
          <pc:docMk/>
          <pc:sldMk cId="2551882440" sldId="310"/>
        </pc:sldMkLst>
        <pc:spChg chg="add mod">
          <ac:chgData name="Lại Quan Thiên" userId="7122f88e-d84d-4065-8574-ab3849c907ee" providerId="ADAL" clId="{5F600392-46F3-4EEB-8EBA-DBBF027A886F}" dt="2024-12-12T19:57:11.554" v="1937"/>
          <ac:spMkLst>
            <pc:docMk/>
            <pc:sldMk cId="2551882440" sldId="310"/>
            <ac:spMk id="8" creationId="{3D96EC03-153F-50D6-E8EB-B72DF3BC77E2}"/>
          </ac:spMkLst>
        </pc:spChg>
        <pc:spChg chg="mod">
          <ac:chgData name="Lại Quan Thiên" userId="7122f88e-d84d-4065-8574-ab3849c907ee" providerId="ADAL" clId="{5F600392-46F3-4EEB-8EBA-DBBF027A886F}" dt="2024-12-12T19:53:56.504" v="1839" actId="1076"/>
          <ac:spMkLst>
            <pc:docMk/>
            <pc:sldMk cId="2551882440" sldId="310"/>
            <ac:spMk id="810" creationId="{BBE145DB-7997-44D3-6FE4-207E6B62E858}"/>
          </ac:spMkLst>
        </pc:spChg>
      </pc:sldChg>
      <pc:sldChg chg="addSp delSp modSp mod modTransition modShow">
        <pc:chgData name="Lại Quan Thiên" userId="7122f88e-d84d-4065-8574-ab3849c907ee" providerId="ADAL" clId="{5F600392-46F3-4EEB-8EBA-DBBF027A886F}" dt="2024-12-12T20:06:08.453" v="2334"/>
        <pc:sldMkLst>
          <pc:docMk/>
          <pc:sldMk cId="3758235496" sldId="311"/>
        </pc:sldMkLst>
        <pc:spChg chg="add mod">
          <ac:chgData name="Lại Quan Thiên" userId="7122f88e-d84d-4065-8574-ab3849c907ee" providerId="ADAL" clId="{5F600392-46F3-4EEB-8EBA-DBBF027A886F}" dt="2024-12-12T20:06:08.453" v="2334"/>
          <ac:spMkLst>
            <pc:docMk/>
            <pc:sldMk cId="3758235496" sldId="311"/>
            <ac:spMk id="5" creationId="{D4D18CCC-2CE6-A455-2E8D-17316E51E844}"/>
          </ac:spMkLst>
        </pc:spChg>
      </pc:sldChg>
      <pc:sldChg chg="addSp delSp modSp mod modTransition modShow">
        <pc:chgData name="Lại Quan Thiên" userId="7122f88e-d84d-4065-8574-ab3849c907ee" providerId="ADAL" clId="{5F600392-46F3-4EEB-8EBA-DBBF027A886F}" dt="2024-12-12T20:06:16.104" v="2336" actId="729"/>
        <pc:sldMkLst>
          <pc:docMk/>
          <pc:sldMk cId="3683040463" sldId="312"/>
        </pc:sldMkLst>
        <pc:spChg chg="add mod">
          <ac:chgData name="Lại Quan Thiên" userId="7122f88e-d84d-4065-8574-ab3849c907ee" providerId="ADAL" clId="{5F600392-46F3-4EEB-8EBA-DBBF027A886F}" dt="2024-12-12T20:06:10.822" v="2335"/>
          <ac:spMkLst>
            <pc:docMk/>
            <pc:sldMk cId="3683040463" sldId="312"/>
            <ac:spMk id="7" creationId="{FF13171B-10EF-6074-F6BE-5948DBF96852}"/>
          </ac:spMkLst>
        </pc:spChg>
      </pc:sldChg>
      <pc:sldChg chg="addSp delSp modSp mod modTransition">
        <pc:chgData name="Lại Quan Thiên" userId="7122f88e-d84d-4065-8574-ab3849c907ee" providerId="ADAL" clId="{5F600392-46F3-4EEB-8EBA-DBBF027A886F}" dt="2024-12-12T19:57:55.247" v="1962" actId="14100"/>
        <pc:sldMkLst>
          <pc:docMk/>
          <pc:sldMk cId="1352953611" sldId="313"/>
        </pc:sldMkLst>
        <pc:spChg chg="add mod">
          <ac:chgData name="Lại Quan Thiên" userId="7122f88e-d84d-4065-8574-ab3849c907ee" providerId="ADAL" clId="{5F600392-46F3-4EEB-8EBA-DBBF027A886F}" dt="2024-12-12T19:57:42.462" v="1959" actId="1076"/>
          <ac:spMkLst>
            <pc:docMk/>
            <pc:sldMk cId="1352953611" sldId="313"/>
            <ac:spMk id="5" creationId="{56449657-9CE0-DC50-CA91-009DE99D27DD}"/>
          </ac:spMkLst>
        </pc:spChg>
        <pc:spChg chg="mod">
          <ac:chgData name="Lại Quan Thiên" userId="7122f88e-d84d-4065-8574-ab3849c907ee" providerId="ADAL" clId="{5F600392-46F3-4EEB-8EBA-DBBF027A886F}" dt="2024-12-12T19:57:46.812" v="1960" actId="1076"/>
          <ac:spMkLst>
            <pc:docMk/>
            <pc:sldMk cId="1352953611" sldId="313"/>
            <ac:spMk id="810" creationId="{2ABCC46D-546A-9DB1-46FA-21ED8F32A26D}"/>
          </ac:spMkLst>
        </pc:spChg>
        <pc:picChg chg="mod">
          <ac:chgData name="Lại Quan Thiên" userId="7122f88e-d84d-4065-8574-ab3849c907ee" providerId="ADAL" clId="{5F600392-46F3-4EEB-8EBA-DBBF027A886F}" dt="2024-12-12T19:57:55.247" v="1962" actId="14100"/>
          <ac:picMkLst>
            <pc:docMk/>
            <pc:sldMk cId="1352953611" sldId="313"/>
            <ac:picMk id="22532" creationId="{6CB74F78-BC57-9353-C763-09F9302326B6}"/>
          </ac:picMkLst>
        </pc:picChg>
      </pc:sldChg>
      <pc:sldChg chg="addSp delSp modSp mod modTransition">
        <pc:chgData name="Lại Quan Thiên" userId="7122f88e-d84d-4065-8574-ab3849c907ee" providerId="ADAL" clId="{5F600392-46F3-4EEB-8EBA-DBBF027A886F}" dt="2024-12-12T19:58:04.299" v="1965"/>
        <pc:sldMkLst>
          <pc:docMk/>
          <pc:sldMk cId="3702372216" sldId="317"/>
        </pc:sldMkLst>
        <pc:spChg chg="add mod">
          <ac:chgData name="Lại Quan Thiên" userId="7122f88e-d84d-4065-8574-ab3849c907ee" providerId="ADAL" clId="{5F600392-46F3-4EEB-8EBA-DBBF027A886F}" dt="2024-12-12T19:58:04.299" v="1965"/>
          <ac:spMkLst>
            <pc:docMk/>
            <pc:sldMk cId="3702372216" sldId="317"/>
            <ac:spMk id="4" creationId="{5AA1AB7A-CB5D-DBDB-6DE2-B015C17347A4}"/>
          </ac:spMkLst>
        </pc:spChg>
      </pc:sldChg>
      <pc:sldChg chg="addSp delSp modSp mod modTransition modShow">
        <pc:chgData name="Lại Quan Thiên" userId="7122f88e-d84d-4065-8574-ab3849c907ee" providerId="ADAL" clId="{5F600392-46F3-4EEB-8EBA-DBBF027A886F}" dt="2024-12-12T20:06:36.824" v="2376" actId="20577"/>
        <pc:sldMkLst>
          <pc:docMk/>
          <pc:sldMk cId="1302480775" sldId="318"/>
        </pc:sldMkLst>
        <pc:spChg chg="add mod">
          <ac:chgData name="Lại Quan Thiên" userId="7122f88e-d84d-4065-8574-ab3849c907ee" providerId="ADAL" clId="{5F600392-46F3-4EEB-8EBA-DBBF027A886F}" dt="2024-12-12T20:06:36.824" v="2376" actId="20577"/>
          <ac:spMkLst>
            <pc:docMk/>
            <pc:sldMk cId="1302480775" sldId="318"/>
            <ac:spMk id="5" creationId="{55A98734-E4DF-CBEC-E475-0E7AEE23670D}"/>
          </ac:spMkLst>
        </pc:spChg>
      </pc:sldChg>
      <pc:sldChg chg="addSp delSp modSp mod modTransition modShow">
        <pc:chgData name="Lại Quan Thiên" userId="7122f88e-d84d-4065-8574-ab3849c907ee" providerId="ADAL" clId="{5F600392-46F3-4EEB-8EBA-DBBF027A886F}" dt="2024-12-12T20:06:45.066" v="2401" actId="20577"/>
        <pc:sldMkLst>
          <pc:docMk/>
          <pc:sldMk cId="1519588669" sldId="319"/>
        </pc:sldMkLst>
        <pc:spChg chg="add mod">
          <ac:chgData name="Lại Quan Thiên" userId="7122f88e-d84d-4065-8574-ab3849c907ee" providerId="ADAL" clId="{5F600392-46F3-4EEB-8EBA-DBBF027A886F}" dt="2024-12-12T20:06:45.066" v="2401" actId="20577"/>
          <ac:spMkLst>
            <pc:docMk/>
            <pc:sldMk cId="1519588669" sldId="319"/>
            <ac:spMk id="5" creationId="{4A60D1BD-B370-D3AB-7836-59DB235979E2}"/>
          </ac:spMkLst>
        </pc:spChg>
      </pc:sldChg>
      <pc:sldChg chg="addSp delSp modSp mod modTransition modShow">
        <pc:chgData name="Lại Quan Thiên" userId="7122f88e-d84d-4065-8574-ab3849c907ee" providerId="ADAL" clId="{5F600392-46F3-4EEB-8EBA-DBBF027A886F}" dt="2024-12-12T20:06:55.739" v="2410" actId="1076"/>
        <pc:sldMkLst>
          <pc:docMk/>
          <pc:sldMk cId="1869930267" sldId="320"/>
        </pc:sldMkLst>
        <pc:spChg chg="add mod">
          <ac:chgData name="Lại Quan Thiên" userId="7122f88e-d84d-4065-8574-ab3849c907ee" providerId="ADAL" clId="{5F600392-46F3-4EEB-8EBA-DBBF027A886F}" dt="2024-12-12T20:06:55.739" v="2410" actId="1076"/>
          <ac:spMkLst>
            <pc:docMk/>
            <pc:sldMk cId="1869930267" sldId="320"/>
            <ac:spMk id="2" creationId="{A7ACCD97-08C8-F744-3C14-4402E1367912}"/>
          </ac:spMkLst>
        </pc:spChg>
      </pc:sldChg>
      <pc:sldChg chg="addSp delSp modSp mod modTransition">
        <pc:chgData name="Lại Quan Thiên" userId="7122f88e-d84d-4065-8574-ab3849c907ee" providerId="ADAL" clId="{5F600392-46F3-4EEB-8EBA-DBBF027A886F}" dt="2024-12-12T19:58:10.035" v="1968"/>
        <pc:sldMkLst>
          <pc:docMk/>
          <pc:sldMk cId="1270926105" sldId="321"/>
        </pc:sldMkLst>
        <pc:spChg chg="add mod">
          <ac:chgData name="Lại Quan Thiên" userId="7122f88e-d84d-4065-8574-ab3849c907ee" providerId="ADAL" clId="{5F600392-46F3-4EEB-8EBA-DBBF027A886F}" dt="2024-12-12T19:58:10.035" v="1968"/>
          <ac:spMkLst>
            <pc:docMk/>
            <pc:sldMk cId="1270926105" sldId="321"/>
            <ac:spMk id="5" creationId="{5BA2B882-EDAA-1FA9-1A3F-9F3F275C483A}"/>
          </ac:spMkLst>
        </pc:spChg>
      </pc:sldChg>
      <pc:sldChg chg="addSp delSp modSp mod modTransition modShow">
        <pc:chgData name="Lại Quan Thiên" userId="7122f88e-d84d-4065-8574-ab3849c907ee" providerId="ADAL" clId="{5F600392-46F3-4EEB-8EBA-DBBF027A886F}" dt="2024-12-12T20:06:29.886" v="2357" actId="20577"/>
        <pc:sldMkLst>
          <pc:docMk/>
          <pc:sldMk cId="3330517828" sldId="322"/>
        </pc:sldMkLst>
        <pc:spChg chg="add mod">
          <ac:chgData name="Lại Quan Thiên" userId="7122f88e-d84d-4065-8574-ab3849c907ee" providerId="ADAL" clId="{5F600392-46F3-4EEB-8EBA-DBBF027A886F}" dt="2024-12-12T20:06:29.886" v="2357" actId="20577"/>
          <ac:spMkLst>
            <pc:docMk/>
            <pc:sldMk cId="3330517828" sldId="322"/>
            <ac:spMk id="5" creationId="{68C78E25-0E9E-471F-5EAB-9E774A8A6D18}"/>
          </ac:spMkLst>
        </pc:spChg>
      </pc:sldChg>
      <pc:sldChg chg="addSp delSp modSp mod modTransition modShow">
        <pc:chgData name="Lại Quan Thiên" userId="7122f88e-d84d-4065-8574-ab3849c907ee" providerId="ADAL" clId="{5F600392-46F3-4EEB-8EBA-DBBF027A886F}" dt="2024-12-12T20:07:02.671" v="2413"/>
        <pc:sldMkLst>
          <pc:docMk/>
          <pc:sldMk cId="1937767398" sldId="325"/>
        </pc:sldMkLst>
        <pc:spChg chg="add mod">
          <ac:chgData name="Lại Quan Thiên" userId="7122f88e-d84d-4065-8574-ab3849c907ee" providerId="ADAL" clId="{5F600392-46F3-4EEB-8EBA-DBBF027A886F}" dt="2024-12-12T20:07:02.671" v="2413"/>
          <ac:spMkLst>
            <pc:docMk/>
            <pc:sldMk cId="1937767398" sldId="325"/>
            <ac:spMk id="5" creationId="{EA4D80E9-FEFE-A3CC-1C31-92019D83E8C8}"/>
          </ac:spMkLst>
        </pc:spChg>
      </pc:sldChg>
      <pc:sldChg chg="addSp delSp modSp mod modTransition modShow">
        <pc:chgData name="Lại Quan Thiên" userId="7122f88e-d84d-4065-8574-ab3849c907ee" providerId="ADAL" clId="{5F600392-46F3-4EEB-8EBA-DBBF027A886F}" dt="2024-12-12T20:07:10.538" v="2432" actId="20577"/>
        <pc:sldMkLst>
          <pc:docMk/>
          <pc:sldMk cId="3179280484" sldId="326"/>
        </pc:sldMkLst>
        <pc:spChg chg="add mod">
          <ac:chgData name="Lại Quan Thiên" userId="7122f88e-d84d-4065-8574-ab3849c907ee" providerId="ADAL" clId="{5F600392-46F3-4EEB-8EBA-DBBF027A886F}" dt="2024-12-12T20:07:10.538" v="2432" actId="20577"/>
          <ac:spMkLst>
            <pc:docMk/>
            <pc:sldMk cId="3179280484" sldId="326"/>
            <ac:spMk id="5" creationId="{C3EA5ED5-72A2-9D98-D481-6F01AFDE2F62}"/>
          </ac:spMkLst>
        </pc:spChg>
      </pc:sldChg>
      <pc:sldChg chg="addSp delSp modSp mod modTransition modShow">
        <pc:chgData name="Lại Quan Thiên" userId="7122f88e-d84d-4065-8574-ab3849c907ee" providerId="ADAL" clId="{5F600392-46F3-4EEB-8EBA-DBBF027A886F}" dt="2024-12-12T20:07:19.561" v="2453" actId="20577"/>
        <pc:sldMkLst>
          <pc:docMk/>
          <pc:sldMk cId="1568641732" sldId="327"/>
        </pc:sldMkLst>
        <pc:spChg chg="add mod">
          <ac:chgData name="Lại Quan Thiên" userId="7122f88e-d84d-4065-8574-ab3849c907ee" providerId="ADAL" clId="{5F600392-46F3-4EEB-8EBA-DBBF027A886F}" dt="2024-12-12T20:07:19.561" v="2453" actId="20577"/>
          <ac:spMkLst>
            <pc:docMk/>
            <pc:sldMk cId="1568641732" sldId="327"/>
            <ac:spMk id="4" creationId="{811DF122-CFA3-6A50-7727-F412CDE80DBB}"/>
          </ac:spMkLst>
        </pc:spChg>
      </pc:sldChg>
      <pc:sldChg chg="addSp delSp modSp mod modTransition modShow">
        <pc:chgData name="Lại Quan Thiên" userId="7122f88e-d84d-4065-8574-ab3849c907ee" providerId="ADAL" clId="{5F600392-46F3-4EEB-8EBA-DBBF027A886F}" dt="2024-12-12T20:07:34.612" v="2493" actId="20577"/>
        <pc:sldMkLst>
          <pc:docMk/>
          <pc:sldMk cId="2767638244" sldId="328"/>
        </pc:sldMkLst>
        <pc:spChg chg="add mod">
          <ac:chgData name="Lại Quan Thiên" userId="7122f88e-d84d-4065-8574-ab3849c907ee" providerId="ADAL" clId="{5F600392-46F3-4EEB-8EBA-DBBF027A886F}" dt="2024-12-12T20:07:34.612" v="2493" actId="20577"/>
          <ac:spMkLst>
            <pc:docMk/>
            <pc:sldMk cId="2767638244" sldId="328"/>
            <ac:spMk id="5" creationId="{999453DE-2FF4-1730-B2C8-C9196B7F8559}"/>
          </ac:spMkLst>
        </pc:spChg>
      </pc:sldChg>
      <pc:sldChg chg="addSp delSp modSp mod modTransition modShow">
        <pc:chgData name="Lại Quan Thiên" userId="7122f88e-d84d-4065-8574-ab3849c907ee" providerId="ADAL" clId="{5F600392-46F3-4EEB-8EBA-DBBF027A886F}" dt="2024-12-12T20:07:41.799" v="2533" actId="20577"/>
        <pc:sldMkLst>
          <pc:docMk/>
          <pc:sldMk cId="4176153726" sldId="329"/>
        </pc:sldMkLst>
        <pc:spChg chg="add mod">
          <ac:chgData name="Lại Quan Thiên" userId="7122f88e-d84d-4065-8574-ab3849c907ee" providerId="ADAL" clId="{5F600392-46F3-4EEB-8EBA-DBBF027A886F}" dt="2024-12-12T20:07:41.799" v="2533" actId="20577"/>
          <ac:spMkLst>
            <pc:docMk/>
            <pc:sldMk cId="4176153726" sldId="329"/>
            <ac:spMk id="5" creationId="{9AEB77F2-FEB0-D7B2-3353-1EDAB74EFBA2}"/>
          </ac:spMkLst>
        </pc:spChg>
      </pc:sldChg>
      <pc:sldChg chg="addSp delSp modSp mod modTransition modShow">
        <pc:chgData name="Lại Quan Thiên" userId="7122f88e-d84d-4065-8574-ab3849c907ee" providerId="ADAL" clId="{5F600392-46F3-4EEB-8EBA-DBBF027A886F}" dt="2024-12-12T20:07:57.811" v="2548" actId="1076"/>
        <pc:sldMkLst>
          <pc:docMk/>
          <pc:sldMk cId="4181478037" sldId="330"/>
        </pc:sldMkLst>
        <pc:spChg chg="add del mod">
          <ac:chgData name="Lại Quan Thiên" userId="7122f88e-d84d-4065-8574-ab3849c907ee" providerId="ADAL" clId="{5F600392-46F3-4EEB-8EBA-DBBF027A886F}" dt="2024-12-12T20:07:57.811" v="2548" actId="1076"/>
          <ac:spMkLst>
            <pc:docMk/>
            <pc:sldMk cId="4181478037" sldId="330"/>
            <ac:spMk id="5" creationId="{C0440DF0-1D81-F0E3-EC57-A6EA7BC18315}"/>
          </ac:spMkLst>
        </pc:spChg>
      </pc:sldChg>
      <pc:sldChg chg="addSp delSp modSp mod modTransition modShow">
        <pc:chgData name="Lại Quan Thiên" userId="7122f88e-d84d-4065-8574-ab3849c907ee" providerId="ADAL" clId="{5F600392-46F3-4EEB-8EBA-DBBF027A886F}" dt="2024-12-12T20:07:27.205" v="2474" actId="20577"/>
        <pc:sldMkLst>
          <pc:docMk/>
          <pc:sldMk cId="3823254122" sldId="331"/>
        </pc:sldMkLst>
        <pc:spChg chg="add mod">
          <ac:chgData name="Lại Quan Thiên" userId="7122f88e-d84d-4065-8574-ab3849c907ee" providerId="ADAL" clId="{5F600392-46F3-4EEB-8EBA-DBBF027A886F}" dt="2024-12-12T20:07:27.205" v="2474" actId="20577"/>
          <ac:spMkLst>
            <pc:docMk/>
            <pc:sldMk cId="3823254122" sldId="331"/>
            <ac:spMk id="5" creationId="{54C89724-464E-A5B3-A156-9FBFD0C3BC18}"/>
          </ac:spMkLst>
        </pc:spChg>
      </pc:sldChg>
      <pc:sldChg chg="addSp delSp modSp mod modTransition">
        <pc:chgData name="Lại Quan Thiên" userId="7122f88e-d84d-4065-8574-ab3849c907ee" providerId="ADAL" clId="{5F600392-46F3-4EEB-8EBA-DBBF027A886F}" dt="2024-12-12T20:00:19.778" v="1998"/>
        <pc:sldMkLst>
          <pc:docMk/>
          <pc:sldMk cId="600951325" sldId="332"/>
        </pc:sldMkLst>
        <pc:spChg chg="add mod">
          <ac:chgData name="Lại Quan Thiên" userId="7122f88e-d84d-4065-8574-ab3849c907ee" providerId="ADAL" clId="{5F600392-46F3-4EEB-8EBA-DBBF027A886F}" dt="2024-12-12T20:00:19.778" v="1998"/>
          <ac:spMkLst>
            <pc:docMk/>
            <pc:sldMk cId="600951325" sldId="332"/>
            <ac:spMk id="6" creationId="{8689C7B0-9285-1593-7A5C-E053A5F37BAE}"/>
          </ac:spMkLst>
        </pc:spChg>
      </pc:sldChg>
      <pc:sldChg chg="addSp delSp modSp mod modTransition modShow">
        <pc:chgData name="Lại Quan Thiên" userId="7122f88e-d84d-4065-8574-ab3849c907ee" providerId="ADAL" clId="{5F600392-46F3-4EEB-8EBA-DBBF027A886F}" dt="2024-12-12T20:03:19.510" v="2075"/>
        <pc:sldMkLst>
          <pc:docMk/>
          <pc:sldMk cId="1293152273" sldId="333"/>
        </pc:sldMkLst>
        <pc:spChg chg="add mod">
          <ac:chgData name="Lại Quan Thiên" userId="7122f88e-d84d-4065-8574-ab3849c907ee" providerId="ADAL" clId="{5F600392-46F3-4EEB-8EBA-DBBF027A886F}" dt="2024-12-12T20:03:19.510" v="2075"/>
          <ac:spMkLst>
            <pc:docMk/>
            <pc:sldMk cId="1293152273" sldId="333"/>
            <ac:spMk id="8" creationId="{E1F634B7-D342-B2F1-FEE6-8B7E1AB2620E}"/>
          </ac:spMkLst>
        </pc:spChg>
      </pc:sldChg>
      <pc:sldChg chg="addSp delSp modSp mod modTransition">
        <pc:chgData name="Lại Quan Thiên" userId="7122f88e-d84d-4065-8574-ab3849c907ee" providerId="ADAL" clId="{5F600392-46F3-4EEB-8EBA-DBBF027A886F}" dt="2024-12-12T20:00:52.014" v="2022" actId="1076"/>
        <pc:sldMkLst>
          <pc:docMk/>
          <pc:sldMk cId="406082673" sldId="334"/>
        </pc:sldMkLst>
        <pc:spChg chg="add mod">
          <ac:chgData name="Lại Quan Thiên" userId="7122f88e-d84d-4065-8574-ab3849c907ee" providerId="ADAL" clId="{5F600392-46F3-4EEB-8EBA-DBBF027A886F}" dt="2024-12-12T20:00:52.014" v="2022" actId="1076"/>
          <ac:spMkLst>
            <pc:docMk/>
            <pc:sldMk cId="406082673" sldId="334"/>
            <ac:spMk id="5" creationId="{A96140C1-99C4-DE14-54AF-C2F1C302C353}"/>
          </ac:spMkLst>
        </pc:spChg>
      </pc:sldChg>
      <pc:sldChg chg="addSp delSp modSp mod modTransition modShow">
        <pc:chgData name="Lại Quan Thiên" userId="7122f88e-d84d-4065-8574-ab3849c907ee" providerId="ADAL" clId="{5F600392-46F3-4EEB-8EBA-DBBF027A886F}" dt="2024-12-12T20:03:07.626" v="2068" actId="1076"/>
        <pc:sldMkLst>
          <pc:docMk/>
          <pc:sldMk cId="931036135" sldId="335"/>
        </pc:sldMkLst>
        <pc:spChg chg="add mod">
          <ac:chgData name="Lại Quan Thiên" userId="7122f88e-d84d-4065-8574-ab3849c907ee" providerId="ADAL" clId="{5F600392-46F3-4EEB-8EBA-DBBF027A886F}" dt="2024-12-12T20:03:07.626" v="2068" actId="1076"/>
          <ac:spMkLst>
            <pc:docMk/>
            <pc:sldMk cId="931036135" sldId="335"/>
            <ac:spMk id="2" creationId="{F2511301-5454-2BA7-9AF4-120CC46B413F}"/>
          </ac:spMkLst>
        </pc:spChg>
      </pc:sldChg>
      <pc:sldChg chg="addSp delSp modSp mod modTransition modShow">
        <pc:chgData name="Lại Quan Thiên" userId="7122f88e-d84d-4065-8574-ab3849c907ee" providerId="ADAL" clId="{5F600392-46F3-4EEB-8EBA-DBBF027A886F}" dt="2024-12-12T20:08:08.316" v="2569" actId="20577"/>
        <pc:sldMkLst>
          <pc:docMk/>
          <pc:sldMk cId="651092806" sldId="336"/>
        </pc:sldMkLst>
        <pc:spChg chg="add mod">
          <ac:chgData name="Lại Quan Thiên" userId="7122f88e-d84d-4065-8574-ab3849c907ee" providerId="ADAL" clId="{5F600392-46F3-4EEB-8EBA-DBBF027A886F}" dt="2024-12-12T20:08:08.316" v="2569" actId="20577"/>
          <ac:spMkLst>
            <pc:docMk/>
            <pc:sldMk cId="651092806" sldId="336"/>
            <ac:spMk id="5" creationId="{866BCB65-5818-5493-5E30-83F9268408E5}"/>
          </ac:spMkLst>
        </pc:spChg>
      </pc:sldChg>
      <pc:sldChg chg="addSp delSp modSp mod modTransition modShow">
        <pc:chgData name="Lại Quan Thiên" userId="7122f88e-d84d-4065-8574-ab3849c907ee" providerId="ADAL" clId="{5F600392-46F3-4EEB-8EBA-DBBF027A886F}" dt="2024-12-12T20:08:23.855" v="2611" actId="20577"/>
        <pc:sldMkLst>
          <pc:docMk/>
          <pc:sldMk cId="1685835472" sldId="337"/>
        </pc:sldMkLst>
        <pc:spChg chg="add mod">
          <ac:chgData name="Lại Quan Thiên" userId="7122f88e-d84d-4065-8574-ab3849c907ee" providerId="ADAL" clId="{5F600392-46F3-4EEB-8EBA-DBBF027A886F}" dt="2024-12-12T20:08:23.855" v="2611" actId="20577"/>
          <ac:spMkLst>
            <pc:docMk/>
            <pc:sldMk cId="1685835472" sldId="337"/>
            <ac:spMk id="5" creationId="{03C87D78-0423-0D68-BB47-0624BADB0ABC}"/>
          </ac:spMkLst>
        </pc:spChg>
      </pc:sldChg>
      <pc:sldChg chg="addSp delSp modSp mod modTransition modShow">
        <pc:chgData name="Lại Quan Thiên" userId="7122f88e-d84d-4065-8574-ab3849c907ee" providerId="ADAL" clId="{5F600392-46F3-4EEB-8EBA-DBBF027A886F}" dt="2024-12-12T20:08:35.238" v="2625" actId="1076"/>
        <pc:sldMkLst>
          <pc:docMk/>
          <pc:sldMk cId="4084330463" sldId="338"/>
        </pc:sldMkLst>
        <pc:spChg chg="add mod">
          <ac:chgData name="Lại Quan Thiên" userId="7122f88e-d84d-4065-8574-ab3849c907ee" providerId="ADAL" clId="{5F600392-46F3-4EEB-8EBA-DBBF027A886F}" dt="2024-12-12T20:08:35.238" v="2625" actId="1076"/>
          <ac:spMkLst>
            <pc:docMk/>
            <pc:sldMk cId="4084330463" sldId="338"/>
            <ac:spMk id="5" creationId="{613C66FB-A07D-19A3-2F46-9087F907DBF3}"/>
          </ac:spMkLst>
        </pc:spChg>
      </pc:sldChg>
      <pc:sldChg chg="addSp delSp modSp mod modTransition modShow">
        <pc:chgData name="Lại Quan Thiên" userId="7122f88e-d84d-4065-8574-ab3849c907ee" providerId="ADAL" clId="{5F600392-46F3-4EEB-8EBA-DBBF027A886F}" dt="2024-12-12T20:08:14.880" v="2588" actId="20577"/>
        <pc:sldMkLst>
          <pc:docMk/>
          <pc:sldMk cId="3473912401" sldId="339"/>
        </pc:sldMkLst>
        <pc:spChg chg="add mod">
          <ac:chgData name="Lại Quan Thiên" userId="7122f88e-d84d-4065-8574-ab3849c907ee" providerId="ADAL" clId="{5F600392-46F3-4EEB-8EBA-DBBF027A886F}" dt="2024-12-12T20:08:14.880" v="2588" actId="20577"/>
          <ac:spMkLst>
            <pc:docMk/>
            <pc:sldMk cId="3473912401" sldId="339"/>
            <ac:spMk id="5" creationId="{7BD69D29-CCCA-F3B9-24DC-22C94B1261CE}"/>
          </ac:spMkLst>
        </pc:spChg>
      </pc:sldChg>
      <pc:sldChg chg="addSp delSp modSp mod modTransition modShow">
        <pc:chgData name="Lại Quan Thiên" userId="7122f88e-d84d-4065-8574-ab3849c907ee" providerId="ADAL" clId="{5F600392-46F3-4EEB-8EBA-DBBF027A886F}" dt="2024-12-12T20:03:38.988" v="2078"/>
        <pc:sldMkLst>
          <pc:docMk/>
          <pc:sldMk cId="1201056422" sldId="340"/>
        </pc:sldMkLst>
        <pc:spChg chg="add mod">
          <ac:chgData name="Lại Quan Thiên" userId="7122f88e-d84d-4065-8574-ab3849c907ee" providerId="ADAL" clId="{5F600392-46F3-4EEB-8EBA-DBBF027A886F}" dt="2024-12-12T20:03:38.988" v="2078"/>
          <ac:spMkLst>
            <pc:docMk/>
            <pc:sldMk cId="1201056422" sldId="340"/>
            <ac:spMk id="5" creationId="{E5B064F1-CCB2-5BE5-D09D-06C116221FBE}"/>
          </ac:spMkLst>
        </pc:spChg>
      </pc:sldChg>
      <pc:sldChg chg="addSp delSp modSp mod modTransition modShow">
        <pc:chgData name="Lại Quan Thiên" userId="7122f88e-d84d-4065-8574-ab3849c907ee" providerId="ADAL" clId="{5F600392-46F3-4EEB-8EBA-DBBF027A886F}" dt="2024-12-12T20:03:46.266" v="2082" actId="478"/>
        <pc:sldMkLst>
          <pc:docMk/>
          <pc:sldMk cId="673050423" sldId="341"/>
        </pc:sldMkLst>
        <pc:spChg chg="add mod">
          <ac:chgData name="Lại Quan Thiên" userId="7122f88e-d84d-4065-8574-ab3849c907ee" providerId="ADAL" clId="{5F600392-46F3-4EEB-8EBA-DBBF027A886F}" dt="2024-12-12T20:03:43.552" v="2080"/>
          <ac:spMkLst>
            <pc:docMk/>
            <pc:sldMk cId="673050423" sldId="341"/>
            <ac:spMk id="2" creationId="{46164EDF-3880-0F3F-9965-79A2E2ADB63F}"/>
          </ac:spMkLst>
        </pc:spChg>
      </pc:sldChg>
      <pc:sldChg chg="addSp delSp modSp mod modTransition modShow">
        <pc:chgData name="Lại Quan Thiên" userId="7122f88e-d84d-4065-8574-ab3849c907ee" providerId="ADAL" clId="{5F600392-46F3-4EEB-8EBA-DBBF027A886F}" dt="2024-12-12T20:03:52.784" v="2084" actId="478"/>
        <pc:sldMkLst>
          <pc:docMk/>
          <pc:sldMk cId="2017969646" sldId="342"/>
        </pc:sldMkLst>
        <pc:spChg chg="add mod">
          <ac:chgData name="Lại Quan Thiên" userId="7122f88e-d84d-4065-8574-ab3849c907ee" providerId="ADAL" clId="{5F600392-46F3-4EEB-8EBA-DBBF027A886F}" dt="2024-12-12T20:03:41.565" v="2079"/>
          <ac:spMkLst>
            <pc:docMk/>
            <pc:sldMk cId="2017969646" sldId="342"/>
            <ac:spMk id="2" creationId="{8248FF73-A881-02B5-62C1-2FC099FEEB60}"/>
          </ac:spMkLst>
        </pc:spChg>
      </pc:sldChg>
      <pc:sldChg chg="addSp delSp modSp mod modTransition modShow">
        <pc:chgData name="Lại Quan Thiên" userId="7122f88e-d84d-4065-8574-ab3849c907ee" providerId="ADAL" clId="{5F600392-46F3-4EEB-8EBA-DBBF027A886F}" dt="2024-12-12T20:04:03.023" v="2103" actId="20577"/>
        <pc:sldMkLst>
          <pc:docMk/>
          <pc:sldMk cId="3192061085" sldId="343"/>
        </pc:sldMkLst>
        <pc:spChg chg="add mod">
          <ac:chgData name="Lại Quan Thiên" userId="7122f88e-d84d-4065-8574-ab3849c907ee" providerId="ADAL" clId="{5F600392-46F3-4EEB-8EBA-DBBF027A886F}" dt="2024-12-12T20:04:03.023" v="2103" actId="20577"/>
          <ac:spMkLst>
            <pc:docMk/>
            <pc:sldMk cId="3192061085" sldId="343"/>
            <ac:spMk id="5" creationId="{DB479CA9-7989-E702-E3F0-483843F010B3}"/>
          </ac:spMkLst>
        </pc:spChg>
      </pc:sldChg>
      <pc:sldChg chg="addSp delSp modSp mod modTransition modShow">
        <pc:chgData name="Lại Quan Thiên" userId="7122f88e-d84d-4065-8574-ab3849c907ee" providerId="ADAL" clId="{5F600392-46F3-4EEB-8EBA-DBBF027A886F}" dt="2024-12-12T20:04:16.259" v="2124" actId="20577"/>
        <pc:sldMkLst>
          <pc:docMk/>
          <pc:sldMk cId="2879365543" sldId="344"/>
        </pc:sldMkLst>
        <pc:spChg chg="add mod">
          <ac:chgData name="Lại Quan Thiên" userId="7122f88e-d84d-4065-8574-ab3849c907ee" providerId="ADAL" clId="{5F600392-46F3-4EEB-8EBA-DBBF027A886F}" dt="2024-12-12T20:04:16.259" v="2124" actId="20577"/>
          <ac:spMkLst>
            <pc:docMk/>
            <pc:sldMk cId="2879365543" sldId="344"/>
            <ac:spMk id="5" creationId="{6D58224E-0A20-7F98-B085-03510BE3DFFB}"/>
          </ac:spMkLst>
        </pc:spChg>
      </pc:sldChg>
      <pc:sldChg chg="addSp delSp modSp mod modTransition modShow">
        <pc:chgData name="Lại Quan Thiên" userId="7122f88e-d84d-4065-8574-ab3849c907ee" providerId="ADAL" clId="{5F600392-46F3-4EEB-8EBA-DBBF027A886F}" dt="2024-12-12T20:04:26.165" v="2147" actId="20577"/>
        <pc:sldMkLst>
          <pc:docMk/>
          <pc:sldMk cId="602038807" sldId="346"/>
        </pc:sldMkLst>
        <pc:spChg chg="add mod">
          <ac:chgData name="Lại Quan Thiên" userId="7122f88e-d84d-4065-8574-ab3849c907ee" providerId="ADAL" clId="{5F600392-46F3-4EEB-8EBA-DBBF027A886F}" dt="2024-12-12T20:04:26.165" v="2147" actId="20577"/>
          <ac:spMkLst>
            <pc:docMk/>
            <pc:sldMk cId="602038807" sldId="346"/>
            <ac:spMk id="5" creationId="{15E67C2A-C859-1427-85FC-C660423BCDD7}"/>
          </ac:spMkLst>
        </pc:spChg>
      </pc:sldChg>
      <pc:sldChg chg="addSp delSp modSp mod modTransition modShow">
        <pc:chgData name="Lại Quan Thiên" userId="7122f88e-d84d-4065-8574-ab3849c907ee" providerId="ADAL" clId="{5F600392-46F3-4EEB-8EBA-DBBF027A886F}" dt="2024-12-12T20:04:34.136" v="2170" actId="20577"/>
        <pc:sldMkLst>
          <pc:docMk/>
          <pc:sldMk cId="4195900478" sldId="347"/>
        </pc:sldMkLst>
        <pc:spChg chg="add mod">
          <ac:chgData name="Lại Quan Thiên" userId="7122f88e-d84d-4065-8574-ab3849c907ee" providerId="ADAL" clId="{5F600392-46F3-4EEB-8EBA-DBBF027A886F}" dt="2024-12-12T20:04:34.136" v="2170" actId="20577"/>
          <ac:spMkLst>
            <pc:docMk/>
            <pc:sldMk cId="4195900478" sldId="347"/>
            <ac:spMk id="5" creationId="{F353EFC3-7B06-D762-AE2C-E8E87EDDDE06}"/>
          </ac:spMkLst>
        </pc:spChg>
      </pc:sldChg>
      <pc:sldChg chg="addSp delSp modSp mod modTransition modShow">
        <pc:chgData name="Lại Quan Thiên" userId="7122f88e-d84d-4065-8574-ab3849c907ee" providerId="ADAL" clId="{5F600392-46F3-4EEB-8EBA-DBBF027A886F}" dt="2024-12-12T20:04:49.555" v="2180" actId="1076"/>
        <pc:sldMkLst>
          <pc:docMk/>
          <pc:sldMk cId="3992376073" sldId="348"/>
        </pc:sldMkLst>
        <pc:spChg chg="add mod">
          <ac:chgData name="Lại Quan Thiên" userId="7122f88e-d84d-4065-8574-ab3849c907ee" providerId="ADAL" clId="{5F600392-46F3-4EEB-8EBA-DBBF027A886F}" dt="2024-12-12T20:04:49.555" v="2180" actId="1076"/>
          <ac:spMkLst>
            <pc:docMk/>
            <pc:sldMk cId="3992376073" sldId="348"/>
            <ac:spMk id="5" creationId="{CE308B6A-8B1E-BF5D-C83E-EF0269953635}"/>
          </ac:spMkLst>
        </pc:spChg>
      </pc:sldChg>
      <pc:sldChg chg="addSp delSp modSp mod modTransition modShow">
        <pc:chgData name="Lại Quan Thiên" userId="7122f88e-d84d-4065-8574-ab3849c907ee" providerId="ADAL" clId="{5F600392-46F3-4EEB-8EBA-DBBF027A886F}" dt="2024-12-12T20:09:01.343" v="2649" actId="729"/>
        <pc:sldMkLst>
          <pc:docMk/>
          <pc:sldMk cId="1554322218" sldId="349"/>
        </pc:sldMkLst>
        <pc:spChg chg="add mod">
          <ac:chgData name="Lại Quan Thiên" userId="7122f88e-d84d-4065-8574-ab3849c907ee" providerId="ADAL" clId="{5F600392-46F3-4EEB-8EBA-DBBF027A886F}" dt="2024-12-12T20:08:41.263" v="2626"/>
          <ac:spMkLst>
            <pc:docMk/>
            <pc:sldMk cId="1554322218" sldId="349"/>
            <ac:spMk id="5" creationId="{9C1B3FCF-0308-F755-0CC8-4E28049AC04E}"/>
          </ac:spMkLst>
        </pc:spChg>
      </pc:sldChg>
      <pc:sldChg chg="addSp delSp modSp mod modTransition modShow">
        <pc:chgData name="Lại Quan Thiên" userId="7122f88e-d84d-4065-8574-ab3849c907ee" providerId="ADAL" clId="{5F600392-46F3-4EEB-8EBA-DBBF027A886F}" dt="2024-12-12T20:09:01.343" v="2649" actId="729"/>
        <pc:sldMkLst>
          <pc:docMk/>
          <pc:sldMk cId="2328089128" sldId="350"/>
        </pc:sldMkLst>
        <pc:spChg chg="add mod">
          <ac:chgData name="Lại Quan Thiên" userId="7122f88e-d84d-4065-8574-ab3849c907ee" providerId="ADAL" clId="{5F600392-46F3-4EEB-8EBA-DBBF027A886F}" dt="2024-12-12T20:08:46.841" v="2629"/>
          <ac:spMkLst>
            <pc:docMk/>
            <pc:sldMk cId="2328089128" sldId="350"/>
            <ac:spMk id="5" creationId="{34EE3B4F-84B8-ECF8-C24D-E8FFF08C26F5}"/>
          </ac:spMkLst>
        </pc:spChg>
      </pc:sldChg>
      <pc:sldChg chg="addSp delSp modSp mod modTransition modShow">
        <pc:chgData name="Lại Quan Thiên" userId="7122f88e-d84d-4065-8574-ab3849c907ee" providerId="ADAL" clId="{5F600392-46F3-4EEB-8EBA-DBBF027A886F}" dt="2024-12-12T20:09:01.343" v="2649" actId="729"/>
        <pc:sldMkLst>
          <pc:docMk/>
          <pc:sldMk cId="622036275" sldId="355"/>
        </pc:sldMkLst>
        <pc:spChg chg="add mod">
          <ac:chgData name="Lại Quan Thiên" userId="7122f88e-d84d-4065-8574-ab3849c907ee" providerId="ADAL" clId="{5F600392-46F3-4EEB-8EBA-DBBF027A886F}" dt="2024-12-12T20:08:54.654" v="2648" actId="20577"/>
          <ac:spMkLst>
            <pc:docMk/>
            <pc:sldMk cId="622036275" sldId="355"/>
            <ac:spMk id="5" creationId="{28D79C75-C587-BA1F-973A-DCE1D3ADED0E}"/>
          </ac:spMkLst>
        </pc:spChg>
      </pc:sldChg>
      <pc:sldChg chg="addSp delSp modSp mod modTransition modShow">
        <pc:chgData name="Lại Quan Thiên" userId="7122f88e-d84d-4065-8574-ab3849c907ee" providerId="ADAL" clId="{5F600392-46F3-4EEB-8EBA-DBBF027A886F}" dt="2024-12-12T20:09:55.054" v="2775" actId="20577"/>
        <pc:sldMkLst>
          <pc:docMk/>
          <pc:sldMk cId="2300959716" sldId="356"/>
        </pc:sldMkLst>
        <pc:spChg chg="add mod">
          <ac:chgData name="Lại Quan Thiên" userId="7122f88e-d84d-4065-8574-ab3849c907ee" providerId="ADAL" clId="{5F600392-46F3-4EEB-8EBA-DBBF027A886F}" dt="2024-12-12T20:09:55.054" v="2775" actId="20577"/>
          <ac:spMkLst>
            <pc:docMk/>
            <pc:sldMk cId="2300959716" sldId="356"/>
            <ac:spMk id="5" creationId="{105B11D7-614B-0778-7D85-94691B6CF18F}"/>
          </ac:spMkLst>
        </pc:spChg>
      </pc:sldChg>
      <pc:sldChg chg="addSp delSp modSp mod modTransition modShow">
        <pc:chgData name="Lại Quan Thiên" userId="7122f88e-d84d-4065-8574-ab3849c907ee" providerId="ADAL" clId="{5F600392-46F3-4EEB-8EBA-DBBF027A886F}" dt="2024-12-12T20:10:04.392" v="2798" actId="20577"/>
        <pc:sldMkLst>
          <pc:docMk/>
          <pc:sldMk cId="2023738630" sldId="357"/>
        </pc:sldMkLst>
        <pc:spChg chg="add mod">
          <ac:chgData name="Lại Quan Thiên" userId="7122f88e-d84d-4065-8574-ab3849c907ee" providerId="ADAL" clId="{5F600392-46F3-4EEB-8EBA-DBBF027A886F}" dt="2024-12-12T20:10:04.392" v="2798" actId="20577"/>
          <ac:spMkLst>
            <pc:docMk/>
            <pc:sldMk cId="2023738630" sldId="357"/>
            <ac:spMk id="5" creationId="{DA7B83FB-403F-BABD-1440-0E5D2CB6A816}"/>
          </ac:spMkLst>
        </pc:spChg>
      </pc:sldChg>
      <pc:sldChg chg="addSp delSp modSp mod modTransition modShow">
        <pc:chgData name="Lại Quan Thiên" userId="7122f88e-d84d-4065-8574-ab3849c907ee" providerId="ADAL" clId="{5F600392-46F3-4EEB-8EBA-DBBF027A886F}" dt="2024-12-12T20:10:16.886" v="2807" actId="1076"/>
        <pc:sldMkLst>
          <pc:docMk/>
          <pc:sldMk cId="2518087135" sldId="358"/>
        </pc:sldMkLst>
        <pc:spChg chg="add mod">
          <ac:chgData name="Lại Quan Thiên" userId="7122f88e-d84d-4065-8574-ab3849c907ee" providerId="ADAL" clId="{5F600392-46F3-4EEB-8EBA-DBBF027A886F}" dt="2024-12-12T20:10:16.886" v="2807" actId="1076"/>
          <ac:spMkLst>
            <pc:docMk/>
            <pc:sldMk cId="2518087135" sldId="358"/>
            <ac:spMk id="5" creationId="{067D455F-8B9E-348C-D41A-E8E27B4C426C}"/>
          </ac:spMkLst>
        </pc:spChg>
      </pc:sldChg>
      <pc:sldChg chg="mod modTransition modShow">
        <pc:chgData name="Lại Quan Thiên" userId="7122f88e-d84d-4065-8574-ab3849c907ee" providerId="ADAL" clId="{5F600392-46F3-4EEB-8EBA-DBBF027A886F}" dt="2024-12-12T20:10:49.985" v="2817" actId="729"/>
        <pc:sldMkLst>
          <pc:docMk/>
          <pc:sldMk cId="1650528237" sldId="359"/>
        </pc:sldMkLst>
      </pc:sldChg>
      <pc:sldChg chg="mod modTransition modShow">
        <pc:chgData name="Lại Quan Thiên" userId="7122f88e-d84d-4065-8574-ab3849c907ee" providerId="ADAL" clId="{5F600392-46F3-4EEB-8EBA-DBBF027A886F}" dt="2024-12-12T20:10:49.985" v="2817" actId="729"/>
        <pc:sldMkLst>
          <pc:docMk/>
          <pc:sldMk cId="1452740926" sldId="360"/>
        </pc:sldMkLst>
      </pc:sldChg>
      <pc:sldChg chg="mod modTransition modShow">
        <pc:chgData name="Lại Quan Thiên" userId="7122f88e-d84d-4065-8574-ab3849c907ee" providerId="ADAL" clId="{5F600392-46F3-4EEB-8EBA-DBBF027A886F}" dt="2024-12-12T20:10:49.985" v="2817" actId="729"/>
        <pc:sldMkLst>
          <pc:docMk/>
          <pc:sldMk cId="917272675" sldId="365"/>
        </pc:sldMkLst>
      </pc:sldChg>
      <pc:sldChg chg="mod modTransition modShow">
        <pc:chgData name="Lại Quan Thiên" userId="7122f88e-d84d-4065-8574-ab3849c907ee" providerId="ADAL" clId="{5F600392-46F3-4EEB-8EBA-DBBF027A886F}" dt="2024-12-12T20:10:49.985" v="2817" actId="729"/>
        <pc:sldMkLst>
          <pc:docMk/>
          <pc:sldMk cId="1060961137" sldId="368"/>
        </pc:sldMkLst>
      </pc:sldChg>
      <pc:sldChg chg="addSp delSp modSp mod modTransition modShow">
        <pc:chgData name="Lại Quan Thiên" userId="7122f88e-d84d-4065-8574-ab3849c907ee" providerId="ADAL" clId="{5F600392-46F3-4EEB-8EBA-DBBF027A886F}" dt="2024-12-12T20:11:46.356" v="2861" actId="729"/>
        <pc:sldMkLst>
          <pc:docMk/>
          <pc:sldMk cId="2467009422" sldId="369"/>
        </pc:sldMkLst>
        <pc:spChg chg="add mod">
          <ac:chgData name="Lại Quan Thiên" userId="7122f88e-d84d-4065-8574-ab3849c907ee" providerId="ADAL" clId="{5F600392-46F3-4EEB-8EBA-DBBF027A886F}" dt="2024-12-12T20:11:11.536" v="2822"/>
          <ac:spMkLst>
            <pc:docMk/>
            <pc:sldMk cId="2467009422" sldId="369"/>
            <ac:spMk id="5" creationId="{BBFDB6D6-59BA-B53F-129F-FB451221BB8E}"/>
          </ac:spMkLst>
        </pc:spChg>
      </pc:sldChg>
      <pc:sldChg chg="addSp delSp modSp mod modTransition modShow">
        <pc:chgData name="Lại Quan Thiên" userId="7122f88e-d84d-4065-8574-ab3849c907ee" providerId="ADAL" clId="{5F600392-46F3-4EEB-8EBA-DBBF027A886F}" dt="2024-12-12T20:11:46.356" v="2861" actId="729"/>
        <pc:sldMkLst>
          <pc:docMk/>
          <pc:sldMk cId="1317114748" sldId="370"/>
        </pc:sldMkLst>
        <pc:spChg chg="add mod">
          <ac:chgData name="Lại Quan Thiên" userId="7122f88e-d84d-4065-8574-ab3849c907ee" providerId="ADAL" clId="{5F600392-46F3-4EEB-8EBA-DBBF027A886F}" dt="2024-12-12T20:11:12.772" v="2823"/>
          <ac:spMkLst>
            <pc:docMk/>
            <pc:sldMk cId="1317114748" sldId="370"/>
            <ac:spMk id="5" creationId="{C3D3B7D0-E244-2077-3875-D009002BB704}"/>
          </ac:spMkLst>
        </pc:spChg>
      </pc:sldChg>
      <pc:sldChg chg="addSp delSp modSp mod modTransition modShow">
        <pc:chgData name="Lại Quan Thiên" userId="7122f88e-d84d-4065-8574-ab3849c907ee" providerId="ADAL" clId="{5F600392-46F3-4EEB-8EBA-DBBF027A886F}" dt="2024-12-12T20:11:46.356" v="2861" actId="729"/>
        <pc:sldMkLst>
          <pc:docMk/>
          <pc:sldMk cId="490623391" sldId="378"/>
        </pc:sldMkLst>
        <pc:spChg chg="add mod">
          <ac:chgData name="Lại Quan Thiên" userId="7122f88e-d84d-4065-8574-ab3849c907ee" providerId="ADAL" clId="{5F600392-46F3-4EEB-8EBA-DBBF027A886F}" dt="2024-12-12T20:11:39.959" v="2860" actId="1076"/>
          <ac:spMkLst>
            <pc:docMk/>
            <pc:sldMk cId="490623391" sldId="378"/>
            <ac:spMk id="2" creationId="{C7F99289-1842-2A45-18DB-F54257F153D0}"/>
          </ac:spMkLst>
        </pc:spChg>
      </pc:sldChg>
      <pc:sldChg chg="addSp delSp modSp mod modTransition modShow">
        <pc:chgData name="Lại Quan Thiên" userId="7122f88e-d84d-4065-8574-ab3849c907ee" providerId="ADAL" clId="{5F600392-46F3-4EEB-8EBA-DBBF027A886F}" dt="2024-12-12T20:09:14.718" v="2670" actId="20577"/>
        <pc:sldMkLst>
          <pc:docMk/>
          <pc:sldMk cId="1861877302" sldId="379"/>
        </pc:sldMkLst>
        <pc:spChg chg="add mod">
          <ac:chgData name="Lại Quan Thiên" userId="7122f88e-d84d-4065-8574-ab3849c907ee" providerId="ADAL" clId="{5F600392-46F3-4EEB-8EBA-DBBF027A886F}" dt="2024-12-12T20:09:14.718" v="2670" actId="20577"/>
          <ac:spMkLst>
            <pc:docMk/>
            <pc:sldMk cId="1861877302" sldId="379"/>
            <ac:spMk id="5" creationId="{E23D7E16-53F9-63D4-3268-E65CDD1C40C8}"/>
          </ac:spMkLst>
        </pc:spChg>
      </pc:sldChg>
      <pc:sldChg chg="addSp delSp modSp mod modTransition modShow">
        <pc:chgData name="Lại Quan Thiên" userId="7122f88e-d84d-4065-8574-ab3849c907ee" providerId="ADAL" clId="{5F600392-46F3-4EEB-8EBA-DBBF027A886F}" dt="2024-12-12T20:09:23.534" v="2693" actId="20577"/>
        <pc:sldMkLst>
          <pc:docMk/>
          <pc:sldMk cId="334983766" sldId="380"/>
        </pc:sldMkLst>
        <pc:spChg chg="add mod">
          <ac:chgData name="Lại Quan Thiên" userId="7122f88e-d84d-4065-8574-ab3849c907ee" providerId="ADAL" clId="{5F600392-46F3-4EEB-8EBA-DBBF027A886F}" dt="2024-12-12T20:09:23.534" v="2693" actId="20577"/>
          <ac:spMkLst>
            <pc:docMk/>
            <pc:sldMk cId="334983766" sldId="380"/>
            <ac:spMk id="5" creationId="{998B638E-83DB-5A8F-A254-A4A9B8ECF2F1}"/>
          </ac:spMkLst>
        </pc:spChg>
      </pc:sldChg>
      <pc:sldChg chg="addSp delSp modSp mod modTransition modShow">
        <pc:chgData name="Lại Quan Thiên" userId="7122f88e-d84d-4065-8574-ab3849c907ee" providerId="ADAL" clId="{5F600392-46F3-4EEB-8EBA-DBBF027A886F}" dt="2024-12-12T20:09:31.281" v="2714" actId="20577"/>
        <pc:sldMkLst>
          <pc:docMk/>
          <pc:sldMk cId="2713940769" sldId="381"/>
        </pc:sldMkLst>
        <pc:spChg chg="add mod">
          <ac:chgData name="Lại Quan Thiên" userId="7122f88e-d84d-4065-8574-ab3849c907ee" providerId="ADAL" clId="{5F600392-46F3-4EEB-8EBA-DBBF027A886F}" dt="2024-12-12T20:09:31.281" v="2714" actId="20577"/>
          <ac:spMkLst>
            <pc:docMk/>
            <pc:sldMk cId="2713940769" sldId="381"/>
            <ac:spMk id="5" creationId="{37D4A2FE-4ED6-E222-9FF4-5B1778EC1E0F}"/>
          </ac:spMkLst>
        </pc:spChg>
      </pc:sldChg>
      <pc:sldChg chg="addSp delSp modSp mod modTransition modShow">
        <pc:chgData name="Lại Quan Thiên" userId="7122f88e-d84d-4065-8574-ab3849c907ee" providerId="ADAL" clId="{5F600392-46F3-4EEB-8EBA-DBBF027A886F}" dt="2024-12-12T20:09:38.629" v="2735" actId="20577"/>
        <pc:sldMkLst>
          <pc:docMk/>
          <pc:sldMk cId="2495267368" sldId="382"/>
        </pc:sldMkLst>
        <pc:spChg chg="add mod">
          <ac:chgData name="Lại Quan Thiên" userId="7122f88e-d84d-4065-8574-ab3849c907ee" providerId="ADAL" clId="{5F600392-46F3-4EEB-8EBA-DBBF027A886F}" dt="2024-12-12T20:09:38.629" v="2735" actId="20577"/>
          <ac:spMkLst>
            <pc:docMk/>
            <pc:sldMk cId="2495267368" sldId="382"/>
            <ac:spMk id="5" creationId="{18CC82E7-A75A-663A-C995-9C8EF5D75E29}"/>
          </ac:spMkLst>
        </pc:spChg>
      </pc:sldChg>
      <pc:sldChg chg="addSp delSp modSp mod modTransition modShow">
        <pc:chgData name="Lại Quan Thiên" userId="7122f88e-d84d-4065-8574-ab3849c907ee" providerId="ADAL" clId="{5F600392-46F3-4EEB-8EBA-DBBF027A886F}" dt="2024-12-12T20:09:47.879" v="2756" actId="20577"/>
        <pc:sldMkLst>
          <pc:docMk/>
          <pc:sldMk cId="2864300779" sldId="383"/>
        </pc:sldMkLst>
        <pc:spChg chg="add mod">
          <ac:chgData name="Lại Quan Thiên" userId="7122f88e-d84d-4065-8574-ab3849c907ee" providerId="ADAL" clId="{5F600392-46F3-4EEB-8EBA-DBBF027A886F}" dt="2024-12-12T20:09:47.879" v="2756" actId="20577"/>
          <ac:spMkLst>
            <pc:docMk/>
            <pc:sldMk cId="2864300779" sldId="383"/>
            <ac:spMk id="5" creationId="{C67D397D-D3CF-0B50-9AF2-4C0A95F4ADD9}"/>
          </ac:spMkLst>
        </pc:spChg>
      </pc:sldChg>
      <pc:sldChg chg="addSp delSp modSp mod modTransition modShow">
        <pc:chgData name="Lại Quan Thiên" userId="7122f88e-d84d-4065-8574-ab3849c907ee" providerId="ADAL" clId="{5F600392-46F3-4EEB-8EBA-DBBF027A886F}" dt="2024-12-12T20:11:46.356" v="2861" actId="729"/>
        <pc:sldMkLst>
          <pc:docMk/>
          <pc:sldMk cId="3928445071" sldId="384"/>
        </pc:sldMkLst>
        <pc:spChg chg="add mod">
          <ac:chgData name="Lại Quan Thiên" userId="7122f88e-d84d-4065-8574-ab3849c907ee" providerId="ADAL" clId="{5F600392-46F3-4EEB-8EBA-DBBF027A886F}" dt="2024-12-12T20:11:18.094" v="2826"/>
          <ac:spMkLst>
            <pc:docMk/>
            <pc:sldMk cId="3928445071" sldId="384"/>
            <ac:spMk id="7" creationId="{91DDB080-977A-E162-4DFB-F57452D62274}"/>
          </ac:spMkLst>
        </pc:spChg>
        <pc:spChg chg="add mod">
          <ac:chgData name="Lại Quan Thiên" userId="7122f88e-d84d-4065-8574-ab3849c907ee" providerId="ADAL" clId="{5F600392-46F3-4EEB-8EBA-DBBF027A886F}" dt="2024-12-12T20:11:29.193" v="2847" actId="20577"/>
          <ac:spMkLst>
            <pc:docMk/>
            <pc:sldMk cId="3928445071" sldId="384"/>
            <ac:spMk id="8" creationId="{09E34A6F-EDB5-E28E-8764-7B15F27E30F4}"/>
          </ac:spMkLst>
        </pc:spChg>
      </pc:sldChg>
      <pc:sldChg chg="addSp delSp modSp mod modTransition">
        <pc:chgData name="Lại Quan Thiên" userId="7122f88e-d84d-4065-8574-ab3849c907ee" providerId="ADAL" clId="{5F600392-46F3-4EEB-8EBA-DBBF027A886F}" dt="2024-12-12T20:42:08.875" v="3657" actId="2711"/>
        <pc:sldMkLst>
          <pc:docMk/>
          <pc:sldMk cId="3575800367" sldId="386"/>
        </pc:sldMkLst>
        <pc:spChg chg="add mod">
          <ac:chgData name="Lại Quan Thiên" userId="7122f88e-d84d-4065-8574-ab3849c907ee" providerId="ADAL" clId="{5F600392-46F3-4EEB-8EBA-DBBF027A886F}" dt="2024-12-12T20:42:08.875" v="3657" actId="2711"/>
          <ac:spMkLst>
            <pc:docMk/>
            <pc:sldMk cId="3575800367" sldId="386"/>
            <ac:spMk id="2" creationId="{2AC2549F-C871-0F66-761E-D8C6731A353E}"/>
          </ac:spMkLst>
        </pc:spChg>
      </pc:sldChg>
      <pc:sldChg chg="new del">
        <pc:chgData name="Lại Quan Thiên" userId="7122f88e-d84d-4065-8574-ab3849c907ee" providerId="ADAL" clId="{5F600392-46F3-4EEB-8EBA-DBBF027A886F}" dt="2024-12-12T19:22:51.056" v="229" actId="47"/>
        <pc:sldMkLst>
          <pc:docMk/>
          <pc:sldMk cId="3132242219" sldId="387"/>
        </pc:sldMkLst>
      </pc:sldChg>
      <pc:sldChg chg="addSp delSp modSp add mod modTransition">
        <pc:chgData name="Lại Quan Thiên" userId="7122f88e-d84d-4065-8574-ab3849c907ee" providerId="ADAL" clId="{5F600392-46F3-4EEB-8EBA-DBBF027A886F}" dt="2024-12-12T19:50:42.580" v="1816"/>
        <pc:sldMkLst>
          <pc:docMk/>
          <pc:sldMk cId="1006949159" sldId="388"/>
        </pc:sldMkLst>
        <pc:spChg chg="mod">
          <ac:chgData name="Lại Quan Thiên" userId="7122f88e-d84d-4065-8574-ab3849c907ee" providerId="ADAL" clId="{5F600392-46F3-4EEB-8EBA-DBBF027A886F}" dt="2024-12-12T19:35:30.733" v="1391" actId="207"/>
          <ac:spMkLst>
            <pc:docMk/>
            <pc:sldMk cId="1006949159" sldId="388"/>
            <ac:spMk id="231" creationId="{ED48CC8D-512A-1A4E-32AE-1D724437A0B9}"/>
          </ac:spMkLst>
        </pc:spChg>
      </pc:sldChg>
      <pc:sldChg chg="addSp delSp modSp new mod modTransition">
        <pc:chgData name="Lại Quan Thiên" userId="7122f88e-d84d-4065-8574-ab3849c907ee" providerId="ADAL" clId="{5F600392-46F3-4EEB-8EBA-DBBF027A886F}" dt="2024-12-12T20:43:45.452" v="3784" actId="1076"/>
        <pc:sldMkLst>
          <pc:docMk/>
          <pc:sldMk cId="3259345091" sldId="389"/>
        </pc:sldMkLst>
        <pc:spChg chg="add mod">
          <ac:chgData name="Lại Quan Thiên" userId="7122f88e-d84d-4065-8574-ab3849c907ee" providerId="ADAL" clId="{5F600392-46F3-4EEB-8EBA-DBBF027A886F}" dt="2024-12-12T19:40:06.932" v="1622" actId="20577"/>
          <ac:spMkLst>
            <pc:docMk/>
            <pc:sldMk cId="3259345091" sldId="389"/>
            <ac:spMk id="7" creationId="{26833F4D-78E4-0F5A-8133-0AB79A218DB0}"/>
          </ac:spMkLst>
        </pc:spChg>
        <pc:spChg chg="add mod">
          <ac:chgData name="Lại Quan Thiên" userId="7122f88e-d84d-4065-8574-ab3849c907ee" providerId="ADAL" clId="{5F600392-46F3-4EEB-8EBA-DBBF027A886F}" dt="2024-12-12T20:43:45.452" v="3784" actId="1076"/>
          <ac:spMkLst>
            <pc:docMk/>
            <pc:sldMk cId="3259345091" sldId="389"/>
            <ac:spMk id="8" creationId="{2FA2CD47-83B8-20AC-B97D-8B8C51E05A12}"/>
          </ac:spMkLst>
        </pc:spChg>
      </pc:sldChg>
      <pc:sldChg chg="modSp add mod modTransition">
        <pc:chgData name="Lại Quan Thiên" userId="7122f88e-d84d-4065-8574-ab3849c907ee" providerId="ADAL" clId="{5F600392-46F3-4EEB-8EBA-DBBF027A886F}" dt="2024-12-12T19:50:42.580" v="1816"/>
        <pc:sldMkLst>
          <pc:docMk/>
          <pc:sldMk cId="493941938" sldId="390"/>
        </pc:sldMkLst>
        <pc:spChg chg="mod">
          <ac:chgData name="Lại Quan Thiên" userId="7122f88e-d84d-4065-8574-ab3849c907ee" providerId="ADAL" clId="{5F600392-46F3-4EEB-8EBA-DBBF027A886F}" dt="2024-12-12T19:39:53.181" v="1573" actId="20577"/>
          <ac:spMkLst>
            <pc:docMk/>
            <pc:sldMk cId="493941938" sldId="390"/>
            <ac:spMk id="231" creationId="{07FCE8C2-2027-73F2-8C84-EF03132DCF9A}"/>
          </ac:spMkLst>
        </pc:spChg>
      </pc:sldChg>
      <pc:sldChg chg="add del">
        <pc:chgData name="Lại Quan Thiên" userId="7122f88e-d84d-4065-8574-ab3849c907ee" providerId="ADAL" clId="{5F600392-46F3-4EEB-8EBA-DBBF027A886F}" dt="2024-12-12T19:37:13.574" v="1512" actId="47"/>
        <pc:sldMkLst>
          <pc:docMk/>
          <pc:sldMk cId="988102969" sldId="391"/>
        </pc:sldMkLst>
      </pc:sldChg>
      <pc:sldChg chg="addSp delSp modSp add mod modTransition">
        <pc:chgData name="Lại Quan Thiên" userId="7122f88e-d84d-4065-8574-ab3849c907ee" providerId="ADAL" clId="{5F600392-46F3-4EEB-8EBA-DBBF027A886F}" dt="2024-12-12T19:55:59.582" v="1900"/>
        <pc:sldMkLst>
          <pc:docMk/>
          <pc:sldMk cId="1854779048" sldId="391"/>
        </pc:sldMkLst>
        <pc:spChg chg="add mod">
          <ac:chgData name="Lại Quan Thiên" userId="7122f88e-d84d-4065-8574-ab3849c907ee" providerId="ADAL" clId="{5F600392-46F3-4EEB-8EBA-DBBF027A886F}" dt="2024-12-12T19:55:59.582" v="1900"/>
          <ac:spMkLst>
            <pc:docMk/>
            <pc:sldMk cId="1854779048" sldId="391"/>
            <ac:spMk id="12" creationId="{291529E8-4365-0367-55E1-627AA965D75D}"/>
          </ac:spMkLst>
        </pc:spChg>
        <pc:picChg chg="mod">
          <ac:chgData name="Lại Quan Thiên" userId="7122f88e-d84d-4065-8574-ab3849c907ee" providerId="ADAL" clId="{5F600392-46F3-4EEB-8EBA-DBBF027A886F}" dt="2024-12-12T19:46:50.488" v="1688" actId="1076"/>
          <ac:picMkLst>
            <pc:docMk/>
            <pc:sldMk cId="1854779048" sldId="391"/>
            <ac:picMk id="7" creationId="{3B899A96-B685-38B9-F48F-27ACE3B886DB}"/>
          </ac:picMkLst>
        </pc:picChg>
      </pc:sldChg>
      <pc:sldChg chg="new del">
        <pc:chgData name="Lại Quan Thiên" userId="7122f88e-d84d-4065-8574-ab3849c907ee" providerId="ADAL" clId="{5F600392-46F3-4EEB-8EBA-DBBF027A886F}" dt="2024-12-12T20:12:24.920" v="2866" actId="47"/>
        <pc:sldMkLst>
          <pc:docMk/>
          <pc:sldMk cId="3574218417" sldId="392"/>
        </pc:sldMkLst>
      </pc:sldChg>
      <pc:sldChg chg="addSp delSp modSp add mod">
        <pc:chgData name="Lại Quan Thiên" userId="7122f88e-d84d-4065-8574-ab3849c907ee" providerId="ADAL" clId="{5F600392-46F3-4EEB-8EBA-DBBF027A886F}" dt="2024-12-12T20:17:46.398" v="2897" actId="1076"/>
        <pc:sldMkLst>
          <pc:docMk/>
          <pc:sldMk cId="2955192324" sldId="393"/>
        </pc:sldMkLst>
        <pc:spChg chg="add mod">
          <ac:chgData name="Lại Quan Thiên" userId="7122f88e-d84d-4065-8574-ab3849c907ee" providerId="ADAL" clId="{5F600392-46F3-4EEB-8EBA-DBBF027A886F}" dt="2024-12-12T20:17:46.398" v="2897" actId="1076"/>
          <ac:spMkLst>
            <pc:docMk/>
            <pc:sldMk cId="2955192324" sldId="393"/>
            <ac:spMk id="6" creationId="{F426625E-7C1C-C465-03C7-8DCE1F4E8FA5}"/>
          </ac:spMkLst>
        </pc:spChg>
        <pc:spChg chg="mod">
          <ac:chgData name="Lại Quan Thiên" userId="7122f88e-d84d-4065-8574-ab3849c907ee" providerId="ADAL" clId="{5F600392-46F3-4EEB-8EBA-DBBF027A886F}" dt="2024-12-12T20:17:42.932" v="2896" actId="1076"/>
          <ac:spMkLst>
            <pc:docMk/>
            <pc:sldMk cId="2955192324" sldId="393"/>
            <ac:spMk id="231" creationId="{523AE08E-45EA-B5F9-B0CB-99141590C911}"/>
          </ac:spMkLst>
        </pc:spChg>
      </pc:sldChg>
      <pc:sldChg chg="add">
        <pc:chgData name="Lại Quan Thiên" userId="7122f88e-d84d-4065-8574-ab3849c907ee" providerId="ADAL" clId="{5F600392-46F3-4EEB-8EBA-DBBF027A886F}" dt="2024-12-12T20:18:32.032" v="2898" actId="2890"/>
        <pc:sldMkLst>
          <pc:docMk/>
          <pc:sldMk cId="2764130750" sldId="394"/>
        </pc:sldMkLst>
      </pc:sldChg>
      <pc:sldChg chg="addSp delSp modSp add mod modNotesTx">
        <pc:chgData name="Lại Quan Thiên" userId="7122f88e-d84d-4065-8574-ab3849c907ee" providerId="ADAL" clId="{5F600392-46F3-4EEB-8EBA-DBBF027A886F}" dt="2024-12-12T20:31:59.067" v="3074"/>
        <pc:sldMkLst>
          <pc:docMk/>
          <pc:sldMk cId="3006808038" sldId="395"/>
        </pc:sldMkLst>
        <pc:spChg chg="add mod">
          <ac:chgData name="Lại Quan Thiên" userId="7122f88e-d84d-4065-8574-ab3849c907ee" providerId="ADAL" clId="{5F600392-46F3-4EEB-8EBA-DBBF027A886F}" dt="2024-12-12T20:25:51.871" v="2980" actId="21"/>
          <ac:spMkLst>
            <pc:docMk/>
            <pc:sldMk cId="3006808038" sldId="395"/>
            <ac:spMk id="7" creationId="{81BC619E-4180-0D1E-5686-28DF076ED7A0}"/>
          </ac:spMkLst>
        </pc:spChg>
        <pc:spChg chg="add mod">
          <ac:chgData name="Lại Quan Thiên" userId="7122f88e-d84d-4065-8574-ab3849c907ee" providerId="ADAL" clId="{5F600392-46F3-4EEB-8EBA-DBBF027A886F}" dt="2024-12-12T20:25:45.467" v="2973" actId="21"/>
          <ac:spMkLst>
            <pc:docMk/>
            <pc:sldMk cId="3006808038" sldId="395"/>
            <ac:spMk id="10" creationId="{A4DFFE56-23A5-DD8F-C8AB-290FCD8C4BF8}"/>
          </ac:spMkLst>
        </pc:spChg>
        <pc:spChg chg="add mod">
          <ac:chgData name="Lại Quan Thiên" userId="7122f88e-d84d-4065-8574-ab3849c907ee" providerId="ADAL" clId="{5F600392-46F3-4EEB-8EBA-DBBF027A886F}" dt="2024-12-12T20:31:08.871" v="3073" actId="1076"/>
          <ac:spMkLst>
            <pc:docMk/>
            <pc:sldMk cId="3006808038" sldId="395"/>
            <ac:spMk id="14" creationId="{B9595BCD-C7B1-71A3-6E91-F88123059B49}"/>
          </ac:spMkLst>
        </pc:spChg>
      </pc:sldChg>
      <pc:sldChg chg="addSp delSp modSp new mod ord">
        <pc:chgData name="Lại Quan Thiên" userId="7122f88e-d84d-4065-8574-ab3849c907ee" providerId="ADAL" clId="{5F600392-46F3-4EEB-8EBA-DBBF027A886F}" dt="2024-12-12T20:32:57.971" v="3116" actId="20577"/>
        <pc:sldMkLst>
          <pc:docMk/>
          <pc:sldMk cId="1538103154" sldId="396"/>
        </pc:sldMkLst>
        <pc:spChg chg="add mod">
          <ac:chgData name="Lại Quan Thiên" userId="7122f88e-d84d-4065-8574-ab3849c907ee" providerId="ADAL" clId="{5F600392-46F3-4EEB-8EBA-DBBF027A886F}" dt="2024-12-12T20:32:57.971" v="3116" actId="20577"/>
          <ac:spMkLst>
            <pc:docMk/>
            <pc:sldMk cId="1538103154" sldId="396"/>
            <ac:spMk id="6" creationId="{12829DB7-125C-2962-F218-124B20A156A9}"/>
          </ac:spMkLst>
        </pc:spChg>
        <pc:picChg chg="add mod">
          <ac:chgData name="Lại Quan Thiên" userId="7122f88e-d84d-4065-8574-ab3849c907ee" providerId="ADAL" clId="{5F600392-46F3-4EEB-8EBA-DBBF027A886F}" dt="2024-12-12T20:27:33.159" v="3022"/>
          <ac:picMkLst>
            <pc:docMk/>
            <pc:sldMk cId="1538103154" sldId="396"/>
            <ac:picMk id="5" creationId="{45149F8F-CCA9-4D3B-8A9D-26917C847431}"/>
          </ac:picMkLst>
        </pc:picChg>
      </pc:sldChg>
      <pc:sldChg chg="modSp add mod ord">
        <pc:chgData name="Lại Quan Thiên" userId="7122f88e-d84d-4065-8574-ab3849c907ee" providerId="ADAL" clId="{5F600392-46F3-4EEB-8EBA-DBBF027A886F}" dt="2024-12-12T20:29:38.058" v="3047" actId="1076"/>
        <pc:sldMkLst>
          <pc:docMk/>
          <pc:sldMk cId="2283165504" sldId="397"/>
        </pc:sldMkLst>
        <pc:spChg chg="mod">
          <ac:chgData name="Lại Quan Thiên" userId="7122f88e-d84d-4065-8574-ab3849c907ee" providerId="ADAL" clId="{5F600392-46F3-4EEB-8EBA-DBBF027A886F}" dt="2024-12-12T20:29:38.058" v="3047" actId="1076"/>
          <ac:spMkLst>
            <pc:docMk/>
            <pc:sldMk cId="2283165504" sldId="397"/>
            <ac:spMk id="6" creationId="{A4B3674C-BF15-8A4A-1E37-64A0FCABD7B5}"/>
          </ac:spMkLst>
        </pc:spChg>
        <pc:spChg chg="mod">
          <ac:chgData name="Lại Quan Thiên" userId="7122f88e-d84d-4065-8574-ab3849c907ee" providerId="ADAL" clId="{5F600392-46F3-4EEB-8EBA-DBBF027A886F}" dt="2024-12-12T20:29:38.058" v="3047" actId="1076"/>
          <ac:spMkLst>
            <pc:docMk/>
            <pc:sldMk cId="2283165504" sldId="397"/>
            <ac:spMk id="231" creationId="{3A3A59C9-74B6-0AB3-1D75-AAC8476EE504}"/>
          </ac:spMkLst>
        </pc:spChg>
      </pc:sldChg>
      <pc:sldChg chg="addSp delSp modSp new mod">
        <pc:chgData name="Lại Quan Thiên" userId="7122f88e-d84d-4065-8574-ab3849c907ee" providerId="ADAL" clId="{5F600392-46F3-4EEB-8EBA-DBBF027A886F}" dt="2024-12-12T20:33:06.279" v="3120" actId="20577"/>
        <pc:sldMkLst>
          <pc:docMk/>
          <pc:sldMk cId="957034064" sldId="398"/>
        </pc:sldMkLst>
        <pc:spChg chg="add mod">
          <ac:chgData name="Lại Quan Thiên" userId="7122f88e-d84d-4065-8574-ab3849c907ee" providerId="ADAL" clId="{5F600392-46F3-4EEB-8EBA-DBBF027A886F}" dt="2024-12-12T20:33:06.279" v="3120" actId="20577"/>
          <ac:spMkLst>
            <pc:docMk/>
            <pc:sldMk cId="957034064" sldId="398"/>
            <ac:spMk id="6" creationId="{7C453BE0-D1FA-558E-6613-D22A77C75B2A}"/>
          </ac:spMkLst>
        </pc:spChg>
        <pc:picChg chg="add mod">
          <ac:chgData name="Lại Quan Thiên" userId="7122f88e-d84d-4065-8574-ab3849c907ee" providerId="ADAL" clId="{5F600392-46F3-4EEB-8EBA-DBBF027A886F}" dt="2024-12-12T20:33:04.346" v="3118" actId="1076"/>
          <ac:picMkLst>
            <pc:docMk/>
            <pc:sldMk cId="957034064" sldId="398"/>
            <ac:picMk id="5" creationId="{F94848BC-D5E9-CEE6-D0C4-B50BFD449A8D}"/>
          </ac:picMkLst>
        </pc:picChg>
      </pc:sldChg>
      <pc:sldChg chg="modSp add mod">
        <pc:chgData name="Lại Quan Thiên" userId="7122f88e-d84d-4065-8574-ab3849c907ee" providerId="ADAL" clId="{5F600392-46F3-4EEB-8EBA-DBBF027A886F}" dt="2024-12-12T20:43:14.129" v="3758" actId="1076"/>
        <pc:sldMkLst>
          <pc:docMk/>
          <pc:sldMk cId="1548944775" sldId="399"/>
        </pc:sldMkLst>
        <pc:spChg chg="mod">
          <ac:chgData name="Lại Quan Thiên" userId="7122f88e-d84d-4065-8574-ab3849c907ee" providerId="ADAL" clId="{5F600392-46F3-4EEB-8EBA-DBBF027A886F}" dt="2024-12-12T20:43:14.129" v="3758" actId="1076"/>
          <ac:spMkLst>
            <pc:docMk/>
            <pc:sldMk cId="1548944775" sldId="399"/>
            <ac:spMk id="231" creationId="{FCB37091-84EA-4D85-DA28-D24488476741}"/>
          </ac:spMkLst>
        </pc:spChg>
      </pc:sldChg>
      <pc:sldChg chg="addSp delSp modSp new mod">
        <pc:chgData name="Lại Quan Thiên" userId="7122f88e-d84d-4065-8574-ab3849c907ee" providerId="ADAL" clId="{5F600392-46F3-4EEB-8EBA-DBBF027A886F}" dt="2024-12-12T20:37:25.953" v="3216" actId="1076"/>
        <pc:sldMkLst>
          <pc:docMk/>
          <pc:sldMk cId="1309484414" sldId="400"/>
        </pc:sldMkLst>
        <pc:spChg chg="add mod">
          <ac:chgData name="Lại Quan Thiên" userId="7122f88e-d84d-4065-8574-ab3849c907ee" providerId="ADAL" clId="{5F600392-46F3-4EEB-8EBA-DBBF027A886F}" dt="2024-12-12T20:37:25.953" v="3216" actId="1076"/>
          <ac:spMkLst>
            <pc:docMk/>
            <pc:sldMk cId="1309484414" sldId="400"/>
            <ac:spMk id="7" creationId="{1F5C155D-2F65-FE03-5965-6DBF5DBE84E9}"/>
          </ac:spMkLst>
        </pc:spChg>
        <pc:picChg chg="add mod">
          <ac:chgData name="Lại Quan Thiên" userId="7122f88e-d84d-4065-8574-ab3849c907ee" providerId="ADAL" clId="{5F600392-46F3-4EEB-8EBA-DBBF027A886F}" dt="2024-12-12T20:37:14.916" v="3196" actId="1076"/>
          <ac:picMkLst>
            <pc:docMk/>
            <pc:sldMk cId="1309484414" sldId="400"/>
            <ac:picMk id="6" creationId="{2CD18843-4C2E-8D07-AC7C-76D07BBA6E23}"/>
          </ac:picMkLst>
        </pc:picChg>
      </pc:sldChg>
      <pc:sldChg chg="addSp modSp add mod ord modShow">
        <pc:chgData name="Lại Quan Thiên" userId="7122f88e-d84d-4065-8574-ab3849c907ee" providerId="ADAL" clId="{5F600392-46F3-4EEB-8EBA-DBBF027A886F}" dt="2024-12-12T20:42:26.185" v="3703" actId="2710"/>
        <pc:sldMkLst>
          <pc:docMk/>
          <pc:sldMk cId="2226888003" sldId="401"/>
        </pc:sldMkLst>
        <pc:spChg chg="mod">
          <ac:chgData name="Lại Quan Thiên" userId="7122f88e-d84d-4065-8574-ab3849c907ee" providerId="ADAL" clId="{5F600392-46F3-4EEB-8EBA-DBBF027A886F}" dt="2024-12-12T20:42:21.026" v="3702" actId="20577"/>
          <ac:spMkLst>
            <pc:docMk/>
            <pc:sldMk cId="2226888003" sldId="401"/>
            <ac:spMk id="2" creationId="{318FE1BC-7B64-171D-DD48-09CCAA4932AF}"/>
          </ac:spMkLst>
        </pc:spChg>
        <pc:spChg chg="add mod">
          <ac:chgData name="Lại Quan Thiên" userId="7122f88e-d84d-4065-8574-ab3849c907ee" providerId="ADAL" clId="{5F600392-46F3-4EEB-8EBA-DBBF027A886F}" dt="2024-12-12T20:42:26.185" v="3703" actId="2710"/>
          <ac:spMkLst>
            <pc:docMk/>
            <pc:sldMk cId="2226888003" sldId="401"/>
            <ac:spMk id="6" creationId="{72467A66-0CFA-42B8-A1E5-99BB09521319}"/>
          </ac:spMkLst>
        </pc:spChg>
      </pc:sldChg>
      <pc:sldChg chg="delSp modSp add del mod modShow">
        <pc:chgData name="Lại Quan Thiên" userId="7122f88e-d84d-4065-8574-ab3849c907ee" providerId="ADAL" clId="{5F600392-46F3-4EEB-8EBA-DBBF027A886F}" dt="2024-12-12T20:43:03.979" v="3755" actId="47"/>
        <pc:sldMkLst>
          <pc:docMk/>
          <pc:sldMk cId="1110239170" sldId="402"/>
        </pc:sldMkLst>
      </pc:sldChg>
    </pc:docChg>
  </pc:docChgLst>
  <pc:docChgLst>
    <pc:chgData name="Nguyễn Phúc Nhi" userId="ae5b6342-9334-4697-9957-aad583f7fe9e" providerId="ADAL" clId="{92171972-7046-44CE-B6AD-BED633F203B4}"/>
    <pc:docChg chg="undo custSel addSld delSld modSld sldOrd addMainMaster delMainMaster modMainMaster">
      <pc:chgData name="Nguyễn Phúc Nhi" userId="ae5b6342-9334-4697-9957-aad583f7fe9e" providerId="ADAL" clId="{92171972-7046-44CE-B6AD-BED633F203B4}" dt="2024-12-12T14:47:01.239" v="5151" actId="113"/>
      <pc:docMkLst>
        <pc:docMk/>
      </pc:docMkLst>
      <pc:sldChg chg="addSp modSp mod modTransition">
        <pc:chgData name="Nguyễn Phúc Nhi" userId="ae5b6342-9334-4697-9957-aad583f7fe9e" providerId="ADAL" clId="{92171972-7046-44CE-B6AD-BED633F203B4}" dt="2024-12-12T14:16:50.984" v="4833"/>
        <pc:sldMkLst>
          <pc:docMk/>
          <pc:sldMk cId="0" sldId="256"/>
        </pc:sldMkLst>
      </pc:sldChg>
      <pc:sldChg chg="del">
        <pc:chgData name="Nguyễn Phúc Nhi" userId="ae5b6342-9334-4697-9957-aad583f7fe9e" providerId="ADAL" clId="{92171972-7046-44CE-B6AD-BED633F203B4}" dt="2024-12-12T08:53:10.926" v="118" actId="47"/>
        <pc:sldMkLst>
          <pc:docMk/>
          <pc:sldMk cId="0" sldId="257"/>
        </pc:sldMkLst>
      </pc:sldChg>
      <pc:sldChg chg="modSp mod ord modTransition modNotes">
        <pc:chgData name="Nguyễn Phúc Nhi" userId="ae5b6342-9334-4697-9957-aad583f7fe9e" providerId="ADAL" clId="{92171972-7046-44CE-B6AD-BED633F203B4}" dt="2024-12-12T14:00:01.539" v="4774" actId="20577"/>
        <pc:sldMkLst>
          <pc:docMk/>
          <pc:sldMk cId="0" sldId="258"/>
        </pc:sldMkLst>
        <pc:spChg chg="mod">
          <ac:chgData name="Nguyễn Phúc Nhi" userId="ae5b6342-9334-4697-9957-aad583f7fe9e" providerId="ADAL" clId="{92171972-7046-44CE-B6AD-BED633F203B4}" dt="2024-12-12T09:04:55.356" v="250" actId="20577"/>
          <ac:spMkLst>
            <pc:docMk/>
            <pc:sldMk cId="0" sldId="258"/>
            <ac:spMk id="220" creationId="{00000000-0000-0000-0000-000000000000}"/>
          </ac:spMkLst>
        </pc:spChg>
        <pc:spChg chg="mod">
          <ac:chgData name="Nguyễn Phúc Nhi" userId="ae5b6342-9334-4697-9957-aad583f7fe9e" providerId="ADAL" clId="{92171972-7046-44CE-B6AD-BED633F203B4}" dt="2024-12-12T13:53:56.495" v="4643" actId="14100"/>
          <ac:spMkLst>
            <pc:docMk/>
            <pc:sldMk cId="0" sldId="258"/>
            <ac:spMk id="221" creationId="{00000000-0000-0000-0000-000000000000}"/>
          </ac:spMkLst>
        </pc:spChg>
      </pc:sldChg>
      <pc:sldChg chg="addSp delSp modSp mod modTransition">
        <pc:chgData name="Nguyễn Phúc Nhi" userId="ae5b6342-9334-4697-9957-aad583f7fe9e" providerId="ADAL" clId="{92171972-7046-44CE-B6AD-BED633F203B4}" dt="2024-12-12T13:56:23.471" v="4718"/>
        <pc:sldMkLst>
          <pc:docMk/>
          <pc:sldMk cId="0" sldId="259"/>
        </pc:sldMkLst>
        <pc:spChg chg="mod">
          <ac:chgData name="Nguyễn Phúc Nhi" userId="ae5b6342-9334-4697-9957-aad583f7fe9e" providerId="ADAL" clId="{92171972-7046-44CE-B6AD-BED633F203B4}" dt="2024-12-12T09:03:49.762" v="191" actId="1076"/>
          <ac:spMkLst>
            <pc:docMk/>
            <pc:sldMk cId="0" sldId="259"/>
            <ac:spMk id="230" creationId="{00000000-0000-0000-0000-000000000000}"/>
          </ac:spMkLst>
        </pc:spChg>
        <pc:spChg chg="mod">
          <ac:chgData name="Nguyễn Phúc Nhi" userId="ae5b6342-9334-4697-9957-aad583f7fe9e" providerId="ADAL" clId="{92171972-7046-44CE-B6AD-BED633F203B4}" dt="2024-12-12T09:03:59.679" v="193" actId="1076"/>
          <ac:spMkLst>
            <pc:docMk/>
            <pc:sldMk cId="0" sldId="259"/>
            <ac:spMk id="231" creationId="{00000000-0000-0000-0000-000000000000}"/>
          </ac:spMkLst>
        </pc:spChg>
      </pc:sldChg>
      <pc:sldChg chg="del">
        <pc:chgData name="Nguyễn Phúc Nhi" userId="ae5b6342-9334-4697-9957-aad583f7fe9e" providerId="ADAL" clId="{92171972-7046-44CE-B6AD-BED633F203B4}" dt="2024-12-12T08:59:49.637" v="144" actId="47"/>
        <pc:sldMkLst>
          <pc:docMk/>
          <pc:sldMk cId="0" sldId="260"/>
        </pc:sldMkLst>
      </pc:sldChg>
      <pc:sldChg chg="del">
        <pc:chgData name="Nguyễn Phúc Nhi" userId="ae5b6342-9334-4697-9957-aad583f7fe9e" providerId="ADAL" clId="{92171972-7046-44CE-B6AD-BED633F203B4}" dt="2024-12-12T08:59:49.637" v="144" actId="47"/>
        <pc:sldMkLst>
          <pc:docMk/>
          <pc:sldMk cId="0" sldId="261"/>
        </pc:sldMkLst>
      </pc:sldChg>
      <pc:sldChg chg="del">
        <pc:chgData name="Nguyễn Phúc Nhi" userId="ae5b6342-9334-4697-9957-aad583f7fe9e" providerId="ADAL" clId="{92171972-7046-44CE-B6AD-BED633F203B4}" dt="2024-12-12T08:59:49.637" v="144" actId="47"/>
        <pc:sldMkLst>
          <pc:docMk/>
          <pc:sldMk cId="0" sldId="262"/>
        </pc:sldMkLst>
      </pc:sldChg>
      <pc:sldChg chg="del">
        <pc:chgData name="Nguyễn Phúc Nhi" userId="ae5b6342-9334-4697-9957-aad583f7fe9e" providerId="ADAL" clId="{92171972-7046-44CE-B6AD-BED633F203B4}" dt="2024-12-12T08:59:49.637" v="144" actId="47"/>
        <pc:sldMkLst>
          <pc:docMk/>
          <pc:sldMk cId="0" sldId="263"/>
        </pc:sldMkLst>
      </pc:sldChg>
      <pc:sldChg chg="del">
        <pc:chgData name="Nguyễn Phúc Nhi" userId="ae5b6342-9334-4697-9957-aad583f7fe9e" providerId="ADAL" clId="{92171972-7046-44CE-B6AD-BED633F203B4}" dt="2024-12-12T08:59:49.637" v="144" actId="47"/>
        <pc:sldMkLst>
          <pc:docMk/>
          <pc:sldMk cId="0" sldId="264"/>
        </pc:sldMkLst>
      </pc:sldChg>
      <pc:sldChg chg="del">
        <pc:chgData name="Nguyễn Phúc Nhi" userId="ae5b6342-9334-4697-9957-aad583f7fe9e" providerId="ADAL" clId="{92171972-7046-44CE-B6AD-BED633F203B4}" dt="2024-12-12T08:59:49.637" v="144" actId="47"/>
        <pc:sldMkLst>
          <pc:docMk/>
          <pc:sldMk cId="0" sldId="265"/>
        </pc:sldMkLst>
      </pc:sldChg>
      <pc:sldChg chg="del">
        <pc:chgData name="Nguyễn Phúc Nhi" userId="ae5b6342-9334-4697-9957-aad583f7fe9e" providerId="ADAL" clId="{92171972-7046-44CE-B6AD-BED633F203B4}" dt="2024-12-12T08:59:49.637" v="144" actId="47"/>
        <pc:sldMkLst>
          <pc:docMk/>
          <pc:sldMk cId="0" sldId="266"/>
        </pc:sldMkLst>
      </pc:sldChg>
      <pc:sldChg chg="del">
        <pc:chgData name="Nguyễn Phúc Nhi" userId="ae5b6342-9334-4697-9957-aad583f7fe9e" providerId="ADAL" clId="{92171972-7046-44CE-B6AD-BED633F203B4}" dt="2024-12-12T08:59:49.637" v="144" actId="47"/>
        <pc:sldMkLst>
          <pc:docMk/>
          <pc:sldMk cId="0" sldId="267"/>
        </pc:sldMkLst>
      </pc:sldChg>
      <pc:sldChg chg="del">
        <pc:chgData name="Nguyễn Phúc Nhi" userId="ae5b6342-9334-4697-9957-aad583f7fe9e" providerId="ADAL" clId="{92171972-7046-44CE-B6AD-BED633F203B4}" dt="2024-12-12T08:59:49.637" v="144" actId="47"/>
        <pc:sldMkLst>
          <pc:docMk/>
          <pc:sldMk cId="0" sldId="268"/>
        </pc:sldMkLst>
      </pc:sldChg>
      <pc:sldChg chg="del">
        <pc:chgData name="Nguyễn Phúc Nhi" userId="ae5b6342-9334-4697-9957-aad583f7fe9e" providerId="ADAL" clId="{92171972-7046-44CE-B6AD-BED633F203B4}" dt="2024-12-12T08:59:49.637" v="144" actId="47"/>
        <pc:sldMkLst>
          <pc:docMk/>
          <pc:sldMk cId="0" sldId="269"/>
        </pc:sldMkLst>
      </pc:sldChg>
      <pc:sldChg chg="del">
        <pc:chgData name="Nguyễn Phúc Nhi" userId="ae5b6342-9334-4697-9957-aad583f7fe9e" providerId="ADAL" clId="{92171972-7046-44CE-B6AD-BED633F203B4}" dt="2024-12-12T08:59:49.637" v="144" actId="47"/>
        <pc:sldMkLst>
          <pc:docMk/>
          <pc:sldMk cId="0" sldId="270"/>
        </pc:sldMkLst>
      </pc:sldChg>
      <pc:sldChg chg="del">
        <pc:chgData name="Nguyễn Phúc Nhi" userId="ae5b6342-9334-4697-9957-aad583f7fe9e" providerId="ADAL" clId="{92171972-7046-44CE-B6AD-BED633F203B4}" dt="2024-12-12T08:59:49.637" v="144" actId="47"/>
        <pc:sldMkLst>
          <pc:docMk/>
          <pc:sldMk cId="0" sldId="271"/>
        </pc:sldMkLst>
      </pc:sldChg>
      <pc:sldChg chg="del">
        <pc:chgData name="Nguyễn Phúc Nhi" userId="ae5b6342-9334-4697-9957-aad583f7fe9e" providerId="ADAL" clId="{92171972-7046-44CE-B6AD-BED633F203B4}" dt="2024-12-12T08:59:49.637" v="144" actId="47"/>
        <pc:sldMkLst>
          <pc:docMk/>
          <pc:sldMk cId="0" sldId="272"/>
        </pc:sldMkLst>
      </pc:sldChg>
      <pc:sldChg chg="del">
        <pc:chgData name="Nguyễn Phúc Nhi" userId="ae5b6342-9334-4697-9957-aad583f7fe9e" providerId="ADAL" clId="{92171972-7046-44CE-B6AD-BED633F203B4}" dt="2024-12-12T08:59:49.637" v="144" actId="47"/>
        <pc:sldMkLst>
          <pc:docMk/>
          <pc:sldMk cId="0" sldId="273"/>
        </pc:sldMkLst>
      </pc:sldChg>
      <pc:sldChg chg="del">
        <pc:chgData name="Nguyễn Phúc Nhi" userId="ae5b6342-9334-4697-9957-aad583f7fe9e" providerId="ADAL" clId="{92171972-7046-44CE-B6AD-BED633F203B4}" dt="2024-12-12T08:59:49.637" v="144" actId="47"/>
        <pc:sldMkLst>
          <pc:docMk/>
          <pc:sldMk cId="0" sldId="274"/>
        </pc:sldMkLst>
      </pc:sldChg>
      <pc:sldChg chg="addSp delSp modSp del mod modTransition">
        <pc:chgData name="Nguyễn Phúc Nhi" userId="ae5b6342-9334-4697-9957-aad583f7fe9e" providerId="ADAL" clId="{92171972-7046-44CE-B6AD-BED633F203B4}" dt="2024-12-12T14:39:53.704" v="5087" actId="47"/>
        <pc:sldMkLst>
          <pc:docMk/>
          <pc:sldMk cId="0" sldId="275"/>
        </pc:sldMkLst>
      </pc:sldChg>
      <pc:sldChg chg="del">
        <pc:chgData name="Nguyễn Phúc Nhi" userId="ae5b6342-9334-4697-9957-aad583f7fe9e" providerId="ADAL" clId="{92171972-7046-44CE-B6AD-BED633F203B4}" dt="2024-12-12T08:59:39.204" v="143" actId="47"/>
        <pc:sldMkLst>
          <pc:docMk/>
          <pc:sldMk cId="0" sldId="276"/>
        </pc:sldMkLst>
      </pc:sldChg>
      <pc:sldChg chg="modSp mod ord modTransition modNotes">
        <pc:chgData name="Nguyễn Phúc Nhi" userId="ae5b6342-9334-4697-9957-aad583f7fe9e" providerId="ADAL" clId="{92171972-7046-44CE-B6AD-BED633F203B4}" dt="2024-12-12T13:56:23.471" v="4718"/>
        <pc:sldMkLst>
          <pc:docMk/>
          <pc:sldMk cId="0" sldId="277"/>
        </pc:sldMkLst>
      </pc:sldChg>
      <pc:sldChg chg="del">
        <pc:chgData name="Nguyễn Phúc Nhi" userId="ae5b6342-9334-4697-9957-aad583f7fe9e" providerId="ADAL" clId="{92171972-7046-44CE-B6AD-BED633F203B4}" dt="2024-12-12T08:59:39.204" v="143" actId="47"/>
        <pc:sldMkLst>
          <pc:docMk/>
          <pc:sldMk cId="0" sldId="278"/>
        </pc:sldMkLst>
      </pc:sldChg>
      <pc:sldChg chg="modSp add mod modTransition">
        <pc:chgData name="Nguyễn Phúc Nhi" userId="ae5b6342-9334-4697-9957-aad583f7fe9e" providerId="ADAL" clId="{92171972-7046-44CE-B6AD-BED633F203B4}" dt="2024-12-12T13:56:23.471" v="4718"/>
        <pc:sldMkLst>
          <pc:docMk/>
          <pc:sldMk cId="2514114632" sldId="278"/>
        </pc:sldMkLst>
        <pc:spChg chg="mod">
          <ac:chgData name="Nguyễn Phúc Nhi" userId="ae5b6342-9334-4697-9957-aad583f7fe9e" providerId="ADAL" clId="{92171972-7046-44CE-B6AD-BED633F203B4}" dt="2024-12-12T09:45:48.498" v="794"/>
          <ac:spMkLst>
            <pc:docMk/>
            <pc:sldMk cId="2514114632" sldId="278"/>
            <ac:spMk id="230" creationId="{88927974-6B5E-69D7-EDEC-B2957E1397F8}"/>
          </ac:spMkLst>
        </pc:spChg>
        <pc:spChg chg="mod">
          <ac:chgData name="Nguyễn Phúc Nhi" userId="ae5b6342-9334-4697-9957-aad583f7fe9e" providerId="ADAL" clId="{92171972-7046-44CE-B6AD-BED633F203B4}" dt="2024-12-12T09:45:38.047" v="793" actId="20577"/>
          <ac:spMkLst>
            <pc:docMk/>
            <pc:sldMk cId="2514114632" sldId="278"/>
            <ac:spMk id="231" creationId="{1056A05D-886A-E1A9-4F01-FB9929C92CC6}"/>
          </ac:spMkLst>
        </pc:spChg>
      </pc:sldChg>
      <pc:sldChg chg="del">
        <pc:chgData name="Nguyễn Phúc Nhi" userId="ae5b6342-9334-4697-9957-aad583f7fe9e" providerId="ADAL" clId="{92171972-7046-44CE-B6AD-BED633F203B4}" dt="2024-12-12T08:57:13.865" v="121" actId="47"/>
        <pc:sldMkLst>
          <pc:docMk/>
          <pc:sldMk cId="0" sldId="279"/>
        </pc:sldMkLst>
      </pc:sldChg>
      <pc:sldChg chg="modSp add mod modTransition">
        <pc:chgData name="Nguyễn Phúc Nhi" userId="ae5b6342-9334-4697-9957-aad583f7fe9e" providerId="ADAL" clId="{92171972-7046-44CE-B6AD-BED633F203B4}" dt="2024-12-12T13:56:23.471" v="4718"/>
        <pc:sldMkLst>
          <pc:docMk/>
          <pc:sldMk cId="1766152705" sldId="279"/>
        </pc:sldMkLst>
        <pc:spChg chg="mod">
          <ac:chgData name="Nguyễn Phúc Nhi" userId="ae5b6342-9334-4697-9957-aad583f7fe9e" providerId="ADAL" clId="{92171972-7046-44CE-B6AD-BED633F203B4}" dt="2024-12-12T10:20:06.188" v="1653"/>
          <ac:spMkLst>
            <pc:docMk/>
            <pc:sldMk cId="1766152705" sldId="279"/>
            <ac:spMk id="230" creationId="{EAB26008-3BDC-508C-CB3E-64909A4AE97F}"/>
          </ac:spMkLst>
        </pc:spChg>
        <pc:spChg chg="mod">
          <ac:chgData name="Nguyễn Phúc Nhi" userId="ae5b6342-9334-4697-9957-aad583f7fe9e" providerId="ADAL" clId="{92171972-7046-44CE-B6AD-BED633F203B4}" dt="2024-12-12T10:19:55.457" v="1652" actId="20577"/>
          <ac:spMkLst>
            <pc:docMk/>
            <pc:sldMk cId="1766152705" sldId="279"/>
            <ac:spMk id="231" creationId="{DBFB7C3C-1CE9-8F0B-0349-2E71E06A7EBF}"/>
          </ac:spMkLst>
        </pc:spChg>
      </pc:sldChg>
      <pc:sldChg chg="del">
        <pc:chgData name="Nguyễn Phúc Nhi" userId="ae5b6342-9334-4697-9957-aad583f7fe9e" providerId="ADAL" clId="{92171972-7046-44CE-B6AD-BED633F203B4}" dt="2024-12-12T08:57:13.865" v="121" actId="47"/>
        <pc:sldMkLst>
          <pc:docMk/>
          <pc:sldMk cId="0" sldId="280"/>
        </pc:sldMkLst>
      </pc:sldChg>
      <pc:sldChg chg="modSp add mod modTransition">
        <pc:chgData name="Nguyễn Phúc Nhi" userId="ae5b6342-9334-4697-9957-aad583f7fe9e" providerId="ADAL" clId="{92171972-7046-44CE-B6AD-BED633F203B4}" dt="2024-12-12T13:56:23.471" v="4718"/>
        <pc:sldMkLst>
          <pc:docMk/>
          <pc:sldMk cId="3084001268" sldId="280"/>
        </pc:sldMkLst>
        <pc:spChg chg="mod">
          <ac:chgData name="Nguyễn Phúc Nhi" userId="ae5b6342-9334-4697-9957-aad583f7fe9e" providerId="ADAL" clId="{92171972-7046-44CE-B6AD-BED633F203B4}" dt="2024-12-12T10:49:39.918" v="2237"/>
          <ac:spMkLst>
            <pc:docMk/>
            <pc:sldMk cId="3084001268" sldId="280"/>
            <ac:spMk id="230" creationId="{24B1BF7C-A991-66C9-69B3-E5AC0CA38F23}"/>
          </ac:spMkLst>
        </pc:spChg>
        <pc:spChg chg="mod">
          <ac:chgData name="Nguyễn Phúc Nhi" userId="ae5b6342-9334-4697-9957-aad583f7fe9e" providerId="ADAL" clId="{92171972-7046-44CE-B6AD-BED633F203B4}" dt="2024-12-12T10:49:24.392" v="2234" actId="20577"/>
          <ac:spMkLst>
            <pc:docMk/>
            <pc:sldMk cId="3084001268" sldId="280"/>
            <ac:spMk id="231" creationId="{2D51A076-6B2A-E107-ECFF-5DB5733576CA}"/>
          </ac:spMkLst>
        </pc:spChg>
      </pc:sldChg>
      <pc:sldChg chg="del">
        <pc:chgData name="Nguyễn Phúc Nhi" userId="ae5b6342-9334-4697-9957-aad583f7fe9e" providerId="ADAL" clId="{92171972-7046-44CE-B6AD-BED633F203B4}" dt="2024-12-12T08:57:13.865" v="121" actId="47"/>
        <pc:sldMkLst>
          <pc:docMk/>
          <pc:sldMk cId="0" sldId="281"/>
        </pc:sldMkLst>
      </pc:sldChg>
      <pc:sldChg chg="modSp add mod modTransition">
        <pc:chgData name="Nguyễn Phúc Nhi" userId="ae5b6342-9334-4697-9957-aad583f7fe9e" providerId="ADAL" clId="{92171972-7046-44CE-B6AD-BED633F203B4}" dt="2024-12-12T13:56:23.471" v="4718"/>
        <pc:sldMkLst>
          <pc:docMk/>
          <pc:sldMk cId="637269341" sldId="281"/>
        </pc:sldMkLst>
        <pc:spChg chg="mod">
          <ac:chgData name="Nguyễn Phúc Nhi" userId="ae5b6342-9334-4697-9957-aad583f7fe9e" providerId="ADAL" clId="{92171972-7046-44CE-B6AD-BED633F203B4}" dt="2024-12-12T11:11:36.452" v="2541"/>
          <ac:spMkLst>
            <pc:docMk/>
            <pc:sldMk cId="637269341" sldId="281"/>
            <ac:spMk id="230" creationId="{3EFF1CD2-A727-1267-CC83-48B723781AD8}"/>
          </ac:spMkLst>
        </pc:spChg>
        <pc:spChg chg="mod">
          <ac:chgData name="Nguyễn Phúc Nhi" userId="ae5b6342-9334-4697-9957-aad583f7fe9e" providerId="ADAL" clId="{92171972-7046-44CE-B6AD-BED633F203B4}" dt="2024-12-12T11:11:32.790" v="2539" actId="20577"/>
          <ac:spMkLst>
            <pc:docMk/>
            <pc:sldMk cId="637269341" sldId="281"/>
            <ac:spMk id="231" creationId="{65D59D06-0408-ED9C-F021-9F4CF8E726A6}"/>
          </ac:spMkLst>
        </pc:spChg>
      </pc:sldChg>
      <pc:sldChg chg="del">
        <pc:chgData name="Nguyễn Phúc Nhi" userId="ae5b6342-9334-4697-9957-aad583f7fe9e" providerId="ADAL" clId="{92171972-7046-44CE-B6AD-BED633F203B4}" dt="2024-12-12T08:57:13.865" v="121" actId="47"/>
        <pc:sldMkLst>
          <pc:docMk/>
          <pc:sldMk cId="0" sldId="282"/>
        </pc:sldMkLst>
      </pc:sldChg>
      <pc:sldChg chg="modSp add mod modTransition">
        <pc:chgData name="Nguyễn Phúc Nhi" userId="ae5b6342-9334-4697-9957-aad583f7fe9e" providerId="ADAL" clId="{92171972-7046-44CE-B6AD-BED633F203B4}" dt="2024-12-12T13:56:23.471" v="4718"/>
        <pc:sldMkLst>
          <pc:docMk/>
          <pc:sldMk cId="4269743682" sldId="282"/>
        </pc:sldMkLst>
        <pc:spChg chg="mod">
          <ac:chgData name="Nguyễn Phúc Nhi" userId="ae5b6342-9334-4697-9957-aad583f7fe9e" providerId="ADAL" clId="{92171972-7046-44CE-B6AD-BED633F203B4}" dt="2024-12-12T12:36:33.271" v="3113"/>
          <ac:spMkLst>
            <pc:docMk/>
            <pc:sldMk cId="4269743682" sldId="282"/>
            <ac:spMk id="230" creationId="{FA609C48-D262-6954-C977-F6681E27004E}"/>
          </ac:spMkLst>
        </pc:spChg>
        <pc:spChg chg="mod">
          <ac:chgData name="Nguyễn Phúc Nhi" userId="ae5b6342-9334-4697-9957-aad583f7fe9e" providerId="ADAL" clId="{92171972-7046-44CE-B6AD-BED633F203B4}" dt="2024-12-12T12:36:05.515" v="3111" actId="20577"/>
          <ac:spMkLst>
            <pc:docMk/>
            <pc:sldMk cId="4269743682" sldId="282"/>
            <ac:spMk id="231" creationId="{77203528-487C-18BB-34AA-9D3DCE768612}"/>
          </ac:spMkLst>
        </pc:spChg>
      </pc:sldChg>
      <pc:sldChg chg="del">
        <pc:chgData name="Nguyễn Phúc Nhi" userId="ae5b6342-9334-4697-9957-aad583f7fe9e" providerId="ADAL" clId="{92171972-7046-44CE-B6AD-BED633F203B4}" dt="2024-12-12T08:57:13.865" v="121" actId="47"/>
        <pc:sldMkLst>
          <pc:docMk/>
          <pc:sldMk cId="0" sldId="283"/>
        </pc:sldMkLst>
      </pc:sldChg>
      <pc:sldChg chg="modSp add mod modTransition">
        <pc:chgData name="Nguyễn Phúc Nhi" userId="ae5b6342-9334-4697-9957-aad583f7fe9e" providerId="ADAL" clId="{92171972-7046-44CE-B6AD-BED633F203B4}" dt="2024-12-12T13:56:23.471" v="4718"/>
        <pc:sldMkLst>
          <pc:docMk/>
          <pc:sldMk cId="3515137512" sldId="283"/>
        </pc:sldMkLst>
        <pc:spChg chg="mod">
          <ac:chgData name="Nguyễn Phúc Nhi" userId="ae5b6342-9334-4697-9957-aad583f7fe9e" providerId="ADAL" clId="{92171972-7046-44CE-B6AD-BED633F203B4}" dt="2024-12-12T12:57:51.728" v="3459"/>
          <ac:spMkLst>
            <pc:docMk/>
            <pc:sldMk cId="3515137512" sldId="283"/>
            <ac:spMk id="230" creationId="{95207A04-1D6A-86B5-CB2B-A8A4234A4337}"/>
          </ac:spMkLst>
        </pc:spChg>
        <pc:spChg chg="mod">
          <ac:chgData name="Nguyễn Phúc Nhi" userId="ae5b6342-9334-4697-9957-aad583f7fe9e" providerId="ADAL" clId="{92171972-7046-44CE-B6AD-BED633F203B4}" dt="2024-12-12T12:57:30.206" v="3457" actId="20577"/>
          <ac:spMkLst>
            <pc:docMk/>
            <pc:sldMk cId="3515137512" sldId="283"/>
            <ac:spMk id="231" creationId="{2FD351EC-6BBF-A0B7-43C7-65441C935E6A}"/>
          </ac:spMkLst>
        </pc:spChg>
      </pc:sldChg>
      <pc:sldChg chg="del">
        <pc:chgData name="Nguyễn Phúc Nhi" userId="ae5b6342-9334-4697-9957-aad583f7fe9e" providerId="ADAL" clId="{92171972-7046-44CE-B6AD-BED633F203B4}" dt="2024-12-12T08:57:13.865" v="121" actId="47"/>
        <pc:sldMkLst>
          <pc:docMk/>
          <pc:sldMk cId="0" sldId="284"/>
        </pc:sldMkLst>
      </pc:sldChg>
      <pc:sldChg chg="modSp add mod modTransition">
        <pc:chgData name="Nguyễn Phúc Nhi" userId="ae5b6342-9334-4697-9957-aad583f7fe9e" providerId="ADAL" clId="{92171972-7046-44CE-B6AD-BED633F203B4}" dt="2024-12-12T13:56:23.471" v="4718"/>
        <pc:sldMkLst>
          <pc:docMk/>
          <pc:sldMk cId="3038320900" sldId="284"/>
        </pc:sldMkLst>
        <pc:spChg chg="mod">
          <ac:chgData name="Nguyễn Phúc Nhi" userId="ae5b6342-9334-4697-9957-aad583f7fe9e" providerId="ADAL" clId="{92171972-7046-44CE-B6AD-BED633F203B4}" dt="2024-12-12T13:33:48.792" v="4200"/>
          <ac:spMkLst>
            <pc:docMk/>
            <pc:sldMk cId="3038320900" sldId="284"/>
            <ac:spMk id="230" creationId="{726B81A3-3C58-9D58-8019-88209736D4B2}"/>
          </ac:spMkLst>
        </pc:spChg>
        <pc:spChg chg="mod">
          <ac:chgData name="Nguyễn Phúc Nhi" userId="ae5b6342-9334-4697-9957-aad583f7fe9e" providerId="ADAL" clId="{92171972-7046-44CE-B6AD-BED633F203B4}" dt="2024-12-12T12:58:46.603" v="3471" actId="20577"/>
          <ac:spMkLst>
            <pc:docMk/>
            <pc:sldMk cId="3038320900" sldId="284"/>
            <ac:spMk id="231" creationId="{FE47C491-99BA-AE0D-7588-F12634B4F6BC}"/>
          </ac:spMkLst>
        </pc:spChg>
      </pc:sldChg>
      <pc:sldChg chg="del">
        <pc:chgData name="Nguyễn Phúc Nhi" userId="ae5b6342-9334-4697-9957-aad583f7fe9e" providerId="ADAL" clId="{92171972-7046-44CE-B6AD-BED633F203B4}" dt="2024-12-12T08:57:13.865" v="121" actId="47"/>
        <pc:sldMkLst>
          <pc:docMk/>
          <pc:sldMk cId="0" sldId="285"/>
        </pc:sldMkLst>
      </pc:sldChg>
      <pc:sldChg chg="modSp add mod modTransition">
        <pc:chgData name="Nguyễn Phúc Nhi" userId="ae5b6342-9334-4697-9957-aad583f7fe9e" providerId="ADAL" clId="{92171972-7046-44CE-B6AD-BED633F203B4}" dt="2024-12-12T13:56:23.471" v="4718"/>
        <pc:sldMkLst>
          <pc:docMk/>
          <pc:sldMk cId="1713076938" sldId="285"/>
        </pc:sldMkLst>
        <pc:spChg chg="mod">
          <ac:chgData name="Nguyễn Phúc Nhi" userId="ae5b6342-9334-4697-9957-aad583f7fe9e" providerId="ADAL" clId="{92171972-7046-44CE-B6AD-BED633F203B4}" dt="2024-12-12T13:42:56.384" v="4298"/>
          <ac:spMkLst>
            <pc:docMk/>
            <pc:sldMk cId="1713076938" sldId="285"/>
            <ac:spMk id="230" creationId="{18D4A807-5895-A7EF-B637-6212FB995B4E}"/>
          </ac:spMkLst>
        </pc:spChg>
        <pc:spChg chg="mod">
          <ac:chgData name="Nguyễn Phúc Nhi" userId="ae5b6342-9334-4697-9957-aad583f7fe9e" providerId="ADAL" clId="{92171972-7046-44CE-B6AD-BED633F203B4}" dt="2024-12-12T12:58:41.783" v="3469" actId="14100"/>
          <ac:spMkLst>
            <pc:docMk/>
            <pc:sldMk cId="1713076938" sldId="285"/>
            <ac:spMk id="231" creationId="{0AF04B75-BEA7-B260-86B9-72DA566DEAC2}"/>
          </ac:spMkLst>
        </pc:spChg>
      </pc:sldChg>
      <pc:sldChg chg="del">
        <pc:chgData name="Nguyễn Phúc Nhi" userId="ae5b6342-9334-4697-9957-aad583f7fe9e" providerId="ADAL" clId="{92171972-7046-44CE-B6AD-BED633F203B4}" dt="2024-12-12T08:57:13.865" v="121" actId="47"/>
        <pc:sldMkLst>
          <pc:docMk/>
          <pc:sldMk cId="0" sldId="286"/>
        </pc:sldMkLst>
      </pc:sldChg>
      <pc:sldChg chg="add del">
        <pc:chgData name="Nguyễn Phúc Nhi" userId="ae5b6342-9334-4697-9957-aad583f7fe9e" providerId="ADAL" clId="{92171972-7046-44CE-B6AD-BED633F203B4}" dt="2024-12-12T12:58:30.478" v="3463" actId="47"/>
        <pc:sldMkLst>
          <pc:docMk/>
          <pc:sldMk cId="589076047" sldId="286"/>
        </pc:sldMkLst>
      </pc:sldChg>
      <pc:sldChg chg="del">
        <pc:chgData name="Nguyễn Phúc Nhi" userId="ae5b6342-9334-4697-9957-aad583f7fe9e" providerId="ADAL" clId="{92171972-7046-44CE-B6AD-BED633F203B4}" dt="2024-12-12T08:57:13.865" v="121" actId="47"/>
        <pc:sldMkLst>
          <pc:docMk/>
          <pc:sldMk cId="0" sldId="287"/>
        </pc:sldMkLst>
      </pc:sldChg>
      <pc:sldChg chg="addSp modSp add mod modTransition">
        <pc:chgData name="Nguyễn Phúc Nhi" userId="ae5b6342-9334-4697-9957-aad583f7fe9e" providerId="ADAL" clId="{92171972-7046-44CE-B6AD-BED633F203B4}" dt="2024-12-12T14:47:01.239" v="5151" actId="113"/>
        <pc:sldMkLst>
          <pc:docMk/>
          <pc:sldMk cId="1607197195" sldId="287"/>
        </pc:sldMkLst>
        <pc:spChg chg="mod">
          <ac:chgData name="Nguyễn Phúc Nhi" userId="ae5b6342-9334-4697-9957-aad583f7fe9e" providerId="ADAL" clId="{92171972-7046-44CE-B6AD-BED633F203B4}" dt="2024-12-12T14:47:01.239" v="5151" actId="113"/>
          <ac:spMkLst>
            <pc:docMk/>
            <pc:sldMk cId="1607197195" sldId="287"/>
            <ac:spMk id="810" creationId="{837F619B-0423-9D77-672F-A9606CDBBC90}"/>
          </ac:spMkLst>
        </pc:spChg>
        <pc:picChg chg="add mod">
          <ac:chgData name="Nguyễn Phúc Nhi" userId="ae5b6342-9334-4697-9957-aad583f7fe9e" providerId="ADAL" clId="{92171972-7046-44CE-B6AD-BED633F203B4}" dt="2024-12-12T14:46:53.859" v="5149" actId="1076"/>
          <ac:picMkLst>
            <pc:docMk/>
            <pc:sldMk cId="1607197195" sldId="287"/>
            <ac:picMk id="7170" creationId="{C7176A5D-A92D-B15C-2752-8EFAD9923DC4}"/>
          </ac:picMkLst>
        </pc:picChg>
      </pc:sldChg>
      <pc:sldChg chg="del">
        <pc:chgData name="Nguyễn Phúc Nhi" userId="ae5b6342-9334-4697-9957-aad583f7fe9e" providerId="ADAL" clId="{92171972-7046-44CE-B6AD-BED633F203B4}" dt="2024-12-12T08:57:13.865" v="121" actId="47"/>
        <pc:sldMkLst>
          <pc:docMk/>
          <pc:sldMk cId="0" sldId="288"/>
        </pc:sldMkLst>
      </pc:sldChg>
      <pc:sldChg chg="modSp add del mod">
        <pc:chgData name="Nguyễn Phúc Nhi" userId="ae5b6342-9334-4697-9957-aad583f7fe9e" providerId="ADAL" clId="{92171972-7046-44CE-B6AD-BED633F203B4}" dt="2024-12-12T09:36:14.649" v="677" actId="47"/>
        <pc:sldMkLst>
          <pc:docMk/>
          <pc:sldMk cId="735486585" sldId="288"/>
        </pc:sldMkLst>
      </pc:sldChg>
      <pc:sldChg chg="del">
        <pc:chgData name="Nguyễn Phúc Nhi" userId="ae5b6342-9334-4697-9957-aad583f7fe9e" providerId="ADAL" clId="{92171972-7046-44CE-B6AD-BED633F203B4}" dt="2024-12-12T08:57:13.865" v="121" actId="47"/>
        <pc:sldMkLst>
          <pc:docMk/>
          <pc:sldMk cId="0" sldId="289"/>
        </pc:sldMkLst>
      </pc:sldChg>
      <pc:sldChg chg="modSp add del mod">
        <pc:chgData name="Nguyễn Phúc Nhi" userId="ae5b6342-9334-4697-9957-aad583f7fe9e" providerId="ADAL" clId="{92171972-7046-44CE-B6AD-BED633F203B4}" dt="2024-12-12T09:38:58.182" v="710" actId="47"/>
        <pc:sldMkLst>
          <pc:docMk/>
          <pc:sldMk cId="3988009218" sldId="289"/>
        </pc:sldMkLst>
      </pc:sldChg>
      <pc:sldChg chg="del">
        <pc:chgData name="Nguyễn Phúc Nhi" userId="ae5b6342-9334-4697-9957-aad583f7fe9e" providerId="ADAL" clId="{92171972-7046-44CE-B6AD-BED633F203B4}" dt="2024-12-12T08:57:13.865" v="121" actId="47"/>
        <pc:sldMkLst>
          <pc:docMk/>
          <pc:sldMk cId="0" sldId="290"/>
        </pc:sldMkLst>
      </pc:sldChg>
      <pc:sldChg chg="addSp delSp modSp add mod modTransition">
        <pc:chgData name="Nguyễn Phúc Nhi" userId="ae5b6342-9334-4697-9957-aad583f7fe9e" providerId="ADAL" clId="{92171972-7046-44CE-B6AD-BED633F203B4}" dt="2024-12-12T13:56:23.471" v="4718"/>
        <pc:sldMkLst>
          <pc:docMk/>
          <pc:sldMk cId="3499349512" sldId="290"/>
        </pc:sldMkLst>
      </pc:sldChg>
      <pc:sldChg chg="del">
        <pc:chgData name="Nguyễn Phúc Nhi" userId="ae5b6342-9334-4697-9957-aad583f7fe9e" providerId="ADAL" clId="{92171972-7046-44CE-B6AD-BED633F203B4}" dt="2024-12-12T08:57:13.865" v="121" actId="47"/>
        <pc:sldMkLst>
          <pc:docMk/>
          <pc:sldMk cId="0" sldId="291"/>
        </pc:sldMkLst>
      </pc:sldChg>
      <pc:sldChg chg="addSp modSp add mod modTransition">
        <pc:chgData name="Nguyễn Phúc Nhi" userId="ae5b6342-9334-4697-9957-aad583f7fe9e" providerId="ADAL" clId="{92171972-7046-44CE-B6AD-BED633F203B4}" dt="2024-12-12T14:45:46.786" v="5107" actId="113"/>
        <pc:sldMkLst>
          <pc:docMk/>
          <pc:sldMk cId="1889632322" sldId="291"/>
        </pc:sldMkLst>
        <pc:spChg chg="mod">
          <ac:chgData name="Nguyễn Phúc Nhi" userId="ae5b6342-9334-4697-9957-aad583f7fe9e" providerId="ADAL" clId="{92171972-7046-44CE-B6AD-BED633F203B4}" dt="2024-12-12T14:45:46.786" v="5107" actId="113"/>
          <ac:spMkLst>
            <pc:docMk/>
            <pc:sldMk cId="1889632322" sldId="291"/>
            <ac:spMk id="810" creationId="{F44108CA-FFD7-BAE8-8A5E-84320157972A}"/>
          </ac:spMkLst>
        </pc:spChg>
        <pc:picChg chg="add mod">
          <ac:chgData name="Nguyễn Phúc Nhi" userId="ae5b6342-9334-4697-9957-aad583f7fe9e" providerId="ADAL" clId="{92171972-7046-44CE-B6AD-BED633F203B4}" dt="2024-12-12T09:27:28.886" v="591" actId="14100"/>
          <ac:picMkLst>
            <pc:docMk/>
            <pc:sldMk cId="1889632322" sldId="291"/>
            <ac:picMk id="2050" creationId="{A30697EA-7454-E88A-C617-2FE895A2B1B9}"/>
          </ac:picMkLst>
        </pc:picChg>
      </pc:sldChg>
      <pc:sldChg chg="del">
        <pc:chgData name="Nguyễn Phúc Nhi" userId="ae5b6342-9334-4697-9957-aad583f7fe9e" providerId="ADAL" clId="{92171972-7046-44CE-B6AD-BED633F203B4}" dt="2024-12-12T08:57:13.865" v="121" actId="47"/>
        <pc:sldMkLst>
          <pc:docMk/>
          <pc:sldMk cId="0" sldId="292"/>
        </pc:sldMkLst>
      </pc:sldChg>
      <pc:sldChg chg="addSp delSp modSp add mod modTransition">
        <pc:chgData name="Nguyễn Phúc Nhi" userId="ae5b6342-9334-4697-9957-aad583f7fe9e" providerId="ADAL" clId="{92171972-7046-44CE-B6AD-BED633F203B4}" dt="2024-12-12T14:46:28.968" v="5114" actId="113"/>
        <pc:sldMkLst>
          <pc:docMk/>
          <pc:sldMk cId="3284255249" sldId="292"/>
        </pc:sldMkLst>
        <pc:spChg chg="mod">
          <ac:chgData name="Nguyễn Phúc Nhi" userId="ae5b6342-9334-4697-9957-aad583f7fe9e" providerId="ADAL" clId="{92171972-7046-44CE-B6AD-BED633F203B4}" dt="2024-12-12T14:46:28.968" v="5114" actId="113"/>
          <ac:spMkLst>
            <pc:docMk/>
            <pc:sldMk cId="3284255249" sldId="292"/>
            <ac:spMk id="810" creationId="{F7BE559A-5E70-A024-0CAE-2C3CB3EE5135}"/>
          </ac:spMkLst>
        </pc:spChg>
        <pc:picChg chg="add mod">
          <ac:chgData name="Nguyễn Phúc Nhi" userId="ae5b6342-9334-4697-9957-aad583f7fe9e" providerId="ADAL" clId="{92171972-7046-44CE-B6AD-BED633F203B4}" dt="2024-12-12T09:43:33.848" v="788" actId="1076"/>
          <ac:picMkLst>
            <pc:docMk/>
            <pc:sldMk cId="3284255249" sldId="292"/>
            <ac:picMk id="2052" creationId="{28AAD55F-1FB3-07E0-4BC5-D933853BF146}"/>
          </ac:picMkLst>
        </pc:picChg>
      </pc:sldChg>
      <pc:sldChg chg="del">
        <pc:chgData name="Nguyễn Phúc Nhi" userId="ae5b6342-9334-4697-9957-aad583f7fe9e" providerId="ADAL" clId="{92171972-7046-44CE-B6AD-BED633F203B4}" dt="2024-12-12T08:57:13.865" v="121" actId="47"/>
        <pc:sldMkLst>
          <pc:docMk/>
          <pc:sldMk cId="0" sldId="293"/>
        </pc:sldMkLst>
      </pc:sldChg>
      <pc:sldChg chg="addSp delSp modSp add mod modTransition">
        <pc:chgData name="Nguyễn Phúc Nhi" userId="ae5b6342-9334-4697-9957-aad583f7fe9e" providerId="ADAL" clId="{92171972-7046-44CE-B6AD-BED633F203B4}" dt="2024-12-12T14:45:56.540" v="5109" actId="113"/>
        <pc:sldMkLst>
          <pc:docMk/>
          <pc:sldMk cId="1862134808" sldId="293"/>
        </pc:sldMkLst>
        <pc:spChg chg="add del mod">
          <ac:chgData name="Nguyễn Phúc Nhi" userId="ae5b6342-9334-4697-9957-aad583f7fe9e" providerId="ADAL" clId="{92171972-7046-44CE-B6AD-BED633F203B4}" dt="2024-12-12T14:45:56.540" v="5109" actId="113"/>
          <ac:spMkLst>
            <pc:docMk/>
            <pc:sldMk cId="1862134808" sldId="293"/>
            <ac:spMk id="810" creationId="{CFFFD111-42BC-4C93-C810-1180F25C5738}"/>
          </ac:spMkLst>
        </pc:spChg>
        <pc:picChg chg="add mod">
          <ac:chgData name="Nguyễn Phúc Nhi" userId="ae5b6342-9334-4697-9957-aad583f7fe9e" providerId="ADAL" clId="{92171972-7046-44CE-B6AD-BED633F203B4}" dt="2024-12-12T09:24:46.099" v="572" actId="1076"/>
          <ac:picMkLst>
            <pc:docMk/>
            <pc:sldMk cId="1862134808" sldId="293"/>
            <ac:picMk id="2054" creationId="{6611F316-4A06-5A03-B347-EF9512FB6018}"/>
          </ac:picMkLst>
        </pc:picChg>
        <pc:picChg chg="add mod">
          <ac:chgData name="Nguyễn Phúc Nhi" userId="ae5b6342-9334-4697-9957-aad583f7fe9e" providerId="ADAL" clId="{92171972-7046-44CE-B6AD-BED633F203B4}" dt="2024-12-12T09:24:56.963" v="573" actId="1076"/>
          <ac:picMkLst>
            <pc:docMk/>
            <pc:sldMk cId="1862134808" sldId="293"/>
            <ac:picMk id="2056" creationId="{9CD9B98A-10ED-3905-9E96-AEBA80A68FA4}"/>
          </ac:picMkLst>
        </pc:picChg>
      </pc:sldChg>
      <pc:sldChg chg="del">
        <pc:chgData name="Nguyễn Phúc Nhi" userId="ae5b6342-9334-4697-9957-aad583f7fe9e" providerId="ADAL" clId="{92171972-7046-44CE-B6AD-BED633F203B4}" dt="2024-12-12T08:57:13.865" v="121" actId="47"/>
        <pc:sldMkLst>
          <pc:docMk/>
          <pc:sldMk cId="0" sldId="294"/>
        </pc:sldMkLst>
      </pc:sldChg>
      <pc:sldChg chg="addSp delSp modSp add mod modTransition">
        <pc:chgData name="Nguyễn Phúc Nhi" userId="ae5b6342-9334-4697-9957-aad583f7fe9e" providerId="ADAL" clId="{92171972-7046-44CE-B6AD-BED633F203B4}" dt="2024-12-12T14:46:08.966" v="5111" actId="113"/>
        <pc:sldMkLst>
          <pc:docMk/>
          <pc:sldMk cId="1895210113" sldId="294"/>
        </pc:sldMkLst>
        <pc:spChg chg="mod">
          <ac:chgData name="Nguyễn Phúc Nhi" userId="ae5b6342-9334-4697-9957-aad583f7fe9e" providerId="ADAL" clId="{92171972-7046-44CE-B6AD-BED633F203B4}" dt="2024-12-12T14:46:08.966" v="5111" actId="113"/>
          <ac:spMkLst>
            <pc:docMk/>
            <pc:sldMk cId="1895210113" sldId="294"/>
            <ac:spMk id="810" creationId="{E9B56026-F4FC-E2AF-5FFC-A45A64E704F3}"/>
          </ac:spMkLst>
        </pc:spChg>
        <pc:picChg chg="add mod">
          <ac:chgData name="Nguyễn Phúc Nhi" userId="ae5b6342-9334-4697-9957-aad583f7fe9e" providerId="ADAL" clId="{92171972-7046-44CE-B6AD-BED633F203B4}" dt="2024-12-12T09:27:08.553" v="590" actId="14100"/>
          <ac:picMkLst>
            <pc:docMk/>
            <pc:sldMk cId="1895210113" sldId="294"/>
            <ac:picMk id="5122" creationId="{1A47F905-95D6-B5B1-E267-A15B9591C5BC}"/>
          </ac:picMkLst>
        </pc:picChg>
      </pc:sldChg>
      <pc:sldChg chg="del">
        <pc:chgData name="Nguyễn Phúc Nhi" userId="ae5b6342-9334-4697-9957-aad583f7fe9e" providerId="ADAL" clId="{92171972-7046-44CE-B6AD-BED633F203B4}" dt="2024-12-12T08:57:13.865" v="121" actId="47"/>
        <pc:sldMkLst>
          <pc:docMk/>
          <pc:sldMk cId="0" sldId="295"/>
        </pc:sldMkLst>
      </pc:sldChg>
      <pc:sldChg chg="addSp delSp modSp add mod modTransition">
        <pc:chgData name="Nguyễn Phúc Nhi" userId="ae5b6342-9334-4697-9957-aad583f7fe9e" providerId="ADAL" clId="{92171972-7046-44CE-B6AD-BED633F203B4}" dt="2024-12-12T14:46:17.158" v="5113" actId="113"/>
        <pc:sldMkLst>
          <pc:docMk/>
          <pc:sldMk cId="1454739656" sldId="295"/>
        </pc:sldMkLst>
        <pc:spChg chg="mod">
          <ac:chgData name="Nguyễn Phúc Nhi" userId="ae5b6342-9334-4697-9957-aad583f7fe9e" providerId="ADAL" clId="{92171972-7046-44CE-B6AD-BED633F203B4}" dt="2024-12-12T14:46:17.158" v="5113" actId="113"/>
          <ac:spMkLst>
            <pc:docMk/>
            <pc:sldMk cId="1454739656" sldId="295"/>
            <ac:spMk id="810" creationId="{061FD0E6-08A3-8C18-A2B8-85FF76FE7254}"/>
          </ac:spMkLst>
        </pc:spChg>
        <pc:picChg chg="add mod">
          <ac:chgData name="Nguyễn Phúc Nhi" userId="ae5b6342-9334-4697-9957-aad583f7fe9e" providerId="ADAL" clId="{92171972-7046-44CE-B6AD-BED633F203B4}" dt="2024-12-12T09:29:01.374" v="601" actId="1076"/>
          <ac:picMkLst>
            <pc:docMk/>
            <pc:sldMk cId="1454739656" sldId="295"/>
            <ac:picMk id="6146" creationId="{A72103E1-FEB2-1ED4-B37F-4F86A3E3DAE4}"/>
          </ac:picMkLst>
        </pc:picChg>
      </pc:sldChg>
      <pc:sldChg chg="del">
        <pc:chgData name="Nguyễn Phúc Nhi" userId="ae5b6342-9334-4697-9957-aad583f7fe9e" providerId="ADAL" clId="{92171972-7046-44CE-B6AD-BED633F203B4}" dt="2024-12-12T08:57:13.865" v="121" actId="47"/>
        <pc:sldMkLst>
          <pc:docMk/>
          <pc:sldMk cId="0" sldId="296"/>
        </pc:sldMkLst>
      </pc:sldChg>
      <pc:sldChg chg="modSp add mod modTransition">
        <pc:chgData name="Nguyễn Phúc Nhi" userId="ae5b6342-9334-4697-9957-aad583f7fe9e" providerId="ADAL" clId="{92171972-7046-44CE-B6AD-BED633F203B4}" dt="2024-12-12T14:26:53.031" v="5010" actId="113"/>
        <pc:sldMkLst>
          <pc:docMk/>
          <pc:sldMk cId="418736414" sldId="296"/>
        </pc:sldMkLst>
        <pc:spChg chg="mod">
          <ac:chgData name="Nguyễn Phúc Nhi" userId="ae5b6342-9334-4697-9957-aad583f7fe9e" providerId="ADAL" clId="{92171972-7046-44CE-B6AD-BED633F203B4}" dt="2024-12-12T14:26:53.031" v="5010" actId="113"/>
          <ac:spMkLst>
            <pc:docMk/>
            <pc:sldMk cId="418736414" sldId="296"/>
            <ac:spMk id="810" creationId="{BC7C3111-BB1F-6E72-3AE3-8242A07EA55B}"/>
          </ac:spMkLst>
        </pc:spChg>
      </pc:sldChg>
      <pc:sldChg chg="modSp add mod modTransition">
        <pc:chgData name="Nguyễn Phúc Nhi" userId="ae5b6342-9334-4697-9957-aad583f7fe9e" providerId="ADAL" clId="{92171972-7046-44CE-B6AD-BED633F203B4}" dt="2024-12-12T13:56:23.471" v="4718"/>
        <pc:sldMkLst>
          <pc:docMk/>
          <pc:sldMk cId="2666680418" sldId="297"/>
        </pc:sldMkLst>
        <pc:spChg chg="mod">
          <ac:chgData name="Nguyễn Phúc Nhi" userId="ae5b6342-9334-4697-9957-aad583f7fe9e" providerId="ADAL" clId="{92171972-7046-44CE-B6AD-BED633F203B4}" dt="2024-12-12T13:31:29.953" v="4173" actId="20577"/>
          <ac:spMkLst>
            <pc:docMk/>
            <pc:sldMk cId="2666680418" sldId="297"/>
            <ac:spMk id="810" creationId="{C238A94D-BCF2-7702-CFEC-D881B849E5EC}"/>
          </ac:spMkLst>
        </pc:spChg>
      </pc:sldChg>
      <pc:sldChg chg="modSp add del mod">
        <pc:chgData name="Nguyễn Phúc Nhi" userId="ae5b6342-9334-4697-9957-aad583f7fe9e" providerId="ADAL" clId="{92171972-7046-44CE-B6AD-BED633F203B4}" dt="2024-12-12T09:46:31.133" v="796" actId="47"/>
        <pc:sldMkLst>
          <pc:docMk/>
          <pc:sldMk cId="1029561111" sldId="298"/>
        </pc:sldMkLst>
      </pc:sldChg>
      <pc:sldChg chg="delSp modSp add del mod">
        <pc:chgData name="Nguyễn Phúc Nhi" userId="ae5b6342-9334-4697-9957-aad583f7fe9e" providerId="ADAL" clId="{92171972-7046-44CE-B6AD-BED633F203B4}" dt="2024-12-12T09:50:34.914" v="881" actId="47"/>
        <pc:sldMkLst>
          <pc:docMk/>
          <pc:sldMk cId="872988751" sldId="299"/>
        </pc:sldMkLst>
      </pc:sldChg>
      <pc:sldChg chg="addSp delSp modSp add mod modTransition">
        <pc:chgData name="Nguyễn Phúc Nhi" userId="ae5b6342-9334-4697-9957-aad583f7fe9e" providerId="ADAL" clId="{92171972-7046-44CE-B6AD-BED633F203B4}" dt="2024-12-12T14:28:59.636" v="5033" actId="113"/>
        <pc:sldMkLst>
          <pc:docMk/>
          <pc:sldMk cId="476218082" sldId="300"/>
        </pc:sldMkLst>
        <pc:spChg chg="mod">
          <ac:chgData name="Nguyễn Phúc Nhi" userId="ae5b6342-9334-4697-9957-aad583f7fe9e" providerId="ADAL" clId="{92171972-7046-44CE-B6AD-BED633F203B4}" dt="2024-12-12T14:28:59.636" v="5033" actId="113"/>
          <ac:spMkLst>
            <pc:docMk/>
            <pc:sldMk cId="476218082" sldId="300"/>
            <ac:spMk id="810" creationId="{FBF16A08-A7EC-A098-9DFD-29700B0EFFBF}"/>
          </ac:spMkLst>
        </pc:spChg>
        <pc:picChg chg="add mod">
          <ac:chgData name="Nguyễn Phúc Nhi" userId="ae5b6342-9334-4697-9957-aad583f7fe9e" providerId="ADAL" clId="{92171972-7046-44CE-B6AD-BED633F203B4}" dt="2024-12-12T09:56:57.652" v="1076" actId="1076"/>
          <ac:picMkLst>
            <pc:docMk/>
            <pc:sldMk cId="476218082" sldId="300"/>
            <ac:picMk id="14338" creationId="{A0EB6DEC-1EF6-BF1F-1836-E8363248CBCB}"/>
          </ac:picMkLst>
        </pc:picChg>
      </pc:sldChg>
      <pc:sldChg chg="add del">
        <pc:chgData name="Nguyễn Phúc Nhi" userId="ae5b6342-9334-4697-9957-aad583f7fe9e" providerId="ADAL" clId="{92171972-7046-44CE-B6AD-BED633F203B4}" dt="2024-12-12T09:57:51.907" v="1101" actId="47"/>
        <pc:sldMkLst>
          <pc:docMk/>
          <pc:sldMk cId="4157628376" sldId="301"/>
        </pc:sldMkLst>
      </pc:sldChg>
      <pc:sldChg chg="add del">
        <pc:chgData name="Nguyễn Phúc Nhi" userId="ae5b6342-9334-4697-9957-aad583f7fe9e" providerId="ADAL" clId="{92171972-7046-44CE-B6AD-BED633F203B4}" dt="2024-12-12T09:57:51.907" v="1101" actId="47"/>
        <pc:sldMkLst>
          <pc:docMk/>
          <pc:sldMk cId="1127694472" sldId="302"/>
        </pc:sldMkLst>
      </pc:sldChg>
      <pc:sldChg chg="add del">
        <pc:chgData name="Nguyễn Phúc Nhi" userId="ae5b6342-9334-4697-9957-aad583f7fe9e" providerId="ADAL" clId="{92171972-7046-44CE-B6AD-BED633F203B4}" dt="2024-12-12T09:57:55.898" v="1102" actId="47"/>
        <pc:sldMkLst>
          <pc:docMk/>
          <pc:sldMk cId="890467780" sldId="303"/>
        </pc:sldMkLst>
      </pc:sldChg>
      <pc:sldChg chg="addSp delSp modSp add mod modTransition">
        <pc:chgData name="Nguyễn Phúc Nhi" userId="ae5b6342-9334-4697-9957-aad583f7fe9e" providerId="ADAL" clId="{92171972-7046-44CE-B6AD-BED633F203B4}" dt="2024-12-12T14:29:12.202" v="5034" actId="113"/>
        <pc:sldMkLst>
          <pc:docMk/>
          <pc:sldMk cId="3484818886" sldId="304"/>
        </pc:sldMkLst>
        <pc:spChg chg="mod">
          <ac:chgData name="Nguyễn Phúc Nhi" userId="ae5b6342-9334-4697-9957-aad583f7fe9e" providerId="ADAL" clId="{92171972-7046-44CE-B6AD-BED633F203B4}" dt="2024-12-12T14:29:12.202" v="5034" actId="113"/>
          <ac:spMkLst>
            <pc:docMk/>
            <pc:sldMk cId="3484818886" sldId="304"/>
            <ac:spMk id="810" creationId="{BCC4D2A0-7766-2599-BBA0-3CE853BEDB77}"/>
          </ac:spMkLst>
        </pc:spChg>
      </pc:sldChg>
      <pc:sldChg chg="modSp add mod modTransition">
        <pc:chgData name="Nguyễn Phúc Nhi" userId="ae5b6342-9334-4697-9957-aad583f7fe9e" providerId="ADAL" clId="{92171972-7046-44CE-B6AD-BED633F203B4}" dt="2024-12-12T14:27:48.433" v="5029" actId="113"/>
        <pc:sldMkLst>
          <pc:docMk/>
          <pc:sldMk cId="2816068163" sldId="305"/>
        </pc:sldMkLst>
        <pc:spChg chg="mod">
          <ac:chgData name="Nguyễn Phúc Nhi" userId="ae5b6342-9334-4697-9957-aad583f7fe9e" providerId="ADAL" clId="{92171972-7046-44CE-B6AD-BED633F203B4}" dt="2024-12-12T14:27:48.433" v="5029" actId="113"/>
          <ac:spMkLst>
            <pc:docMk/>
            <pc:sldMk cId="2816068163" sldId="305"/>
            <ac:spMk id="810" creationId="{27E75F2B-F55F-E6CD-C0EC-DA8F56BC57D9}"/>
          </ac:spMkLst>
        </pc:spChg>
      </pc:sldChg>
      <pc:sldChg chg="modSp add mod modTransition">
        <pc:chgData name="Nguyễn Phúc Nhi" userId="ae5b6342-9334-4697-9957-aad583f7fe9e" providerId="ADAL" clId="{92171972-7046-44CE-B6AD-BED633F203B4}" dt="2024-12-12T13:56:23.471" v="4718"/>
        <pc:sldMkLst>
          <pc:docMk/>
          <pc:sldMk cId="3824118180" sldId="306"/>
        </pc:sldMkLst>
        <pc:spChg chg="mod">
          <ac:chgData name="Nguyễn Phúc Nhi" userId="ae5b6342-9334-4697-9957-aad583f7fe9e" providerId="ADAL" clId="{92171972-7046-44CE-B6AD-BED633F203B4}" dt="2024-12-12T12:35:15.994" v="3107" actId="113"/>
          <ac:spMkLst>
            <pc:docMk/>
            <pc:sldMk cId="3824118180" sldId="306"/>
            <ac:spMk id="810" creationId="{3E0B585B-8B25-9851-8CBB-A513AD5DF604}"/>
          </ac:spMkLst>
        </pc:spChg>
      </pc:sldChg>
      <pc:sldChg chg="add modTransition">
        <pc:chgData name="Nguyễn Phúc Nhi" userId="ae5b6342-9334-4697-9957-aad583f7fe9e" providerId="ADAL" clId="{92171972-7046-44CE-B6AD-BED633F203B4}" dt="2024-12-12T13:56:23.471" v="4718"/>
        <pc:sldMkLst>
          <pc:docMk/>
          <pc:sldMk cId="978946605" sldId="307"/>
        </pc:sldMkLst>
      </pc:sldChg>
      <pc:sldChg chg="modSp add mod modTransition">
        <pc:chgData name="Nguyễn Phúc Nhi" userId="ae5b6342-9334-4697-9957-aad583f7fe9e" providerId="ADAL" clId="{92171972-7046-44CE-B6AD-BED633F203B4}" dt="2024-12-12T14:28:45.784" v="5031" actId="113"/>
        <pc:sldMkLst>
          <pc:docMk/>
          <pc:sldMk cId="3392316816" sldId="308"/>
        </pc:sldMkLst>
        <pc:spChg chg="mod">
          <ac:chgData name="Nguyễn Phúc Nhi" userId="ae5b6342-9334-4697-9957-aad583f7fe9e" providerId="ADAL" clId="{92171972-7046-44CE-B6AD-BED633F203B4}" dt="2024-12-12T14:28:45.784" v="5031" actId="113"/>
          <ac:spMkLst>
            <pc:docMk/>
            <pc:sldMk cId="3392316816" sldId="308"/>
            <ac:spMk id="810" creationId="{902CE5AB-D51D-7AD7-0B0A-CC13D7E0BF99}"/>
          </ac:spMkLst>
        </pc:spChg>
      </pc:sldChg>
      <pc:sldChg chg="addSp delSp modSp add mod modTransition">
        <pc:chgData name="Nguyễn Phúc Nhi" userId="ae5b6342-9334-4697-9957-aad583f7fe9e" providerId="ADAL" clId="{92171972-7046-44CE-B6AD-BED633F203B4}" dt="2024-12-12T13:56:23.471" v="4718"/>
        <pc:sldMkLst>
          <pc:docMk/>
          <pc:sldMk cId="3339355855" sldId="309"/>
        </pc:sldMkLst>
        <pc:picChg chg="add mod">
          <ac:chgData name="Nguyễn Phúc Nhi" userId="ae5b6342-9334-4697-9957-aad583f7fe9e" providerId="ADAL" clId="{92171972-7046-44CE-B6AD-BED633F203B4}" dt="2024-12-12T09:51:42.906" v="894" actId="1076"/>
          <ac:picMkLst>
            <pc:docMk/>
            <pc:sldMk cId="3339355855" sldId="309"/>
            <ac:picMk id="8194" creationId="{FCD7E264-8FDB-B488-2AA0-BE58AF8CB108}"/>
          </ac:picMkLst>
        </pc:picChg>
      </pc:sldChg>
      <pc:sldChg chg="addSp delSp modSp add mod modTransition">
        <pc:chgData name="Nguyễn Phúc Nhi" userId="ae5b6342-9334-4697-9957-aad583f7fe9e" providerId="ADAL" clId="{92171972-7046-44CE-B6AD-BED633F203B4}" dt="2024-12-12T13:56:23.471" v="4718"/>
        <pc:sldMkLst>
          <pc:docMk/>
          <pc:sldMk cId="2551882440" sldId="310"/>
        </pc:sldMkLst>
        <pc:spChg chg="mod">
          <ac:chgData name="Nguyễn Phúc Nhi" userId="ae5b6342-9334-4697-9957-aad583f7fe9e" providerId="ADAL" clId="{92171972-7046-44CE-B6AD-BED633F203B4}" dt="2024-12-12T10:02:09.749" v="1269" actId="14100"/>
          <ac:spMkLst>
            <pc:docMk/>
            <pc:sldMk cId="2551882440" sldId="310"/>
            <ac:spMk id="810" creationId="{BBE145DB-7997-44D3-6FE4-207E6B62E858}"/>
          </ac:spMkLst>
        </pc:spChg>
      </pc:sldChg>
      <pc:sldChg chg="modSp add mod modTransition">
        <pc:chgData name="Nguyễn Phúc Nhi" userId="ae5b6342-9334-4697-9957-aad583f7fe9e" providerId="ADAL" clId="{92171972-7046-44CE-B6AD-BED633F203B4}" dt="2024-12-12T13:56:23.471" v="4718"/>
        <pc:sldMkLst>
          <pc:docMk/>
          <pc:sldMk cId="3758235496" sldId="311"/>
        </pc:sldMkLst>
        <pc:spChg chg="mod">
          <ac:chgData name="Nguyễn Phúc Nhi" userId="ae5b6342-9334-4697-9957-aad583f7fe9e" providerId="ADAL" clId="{92171972-7046-44CE-B6AD-BED633F203B4}" dt="2024-12-12T10:48:49.376" v="2227" actId="20577"/>
          <ac:spMkLst>
            <pc:docMk/>
            <pc:sldMk cId="3758235496" sldId="311"/>
            <ac:spMk id="810" creationId="{5AB4A7A1-8FBC-42AF-B036-6B877E3411C0}"/>
          </ac:spMkLst>
        </pc:spChg>
      </pc:sldChg>
      <pc:sldChg chg="delSp modSp add mod modTransition">
        <pc:chgData name="Nguyễn Phúc Nhi" userId="ae5b6342-9334-4697-9957-aad583f7fe9e" providerId="ADAL" clId="{92171972-7046-44CE-B6AD-BED633F203B4}" dt="2024-12-12T13:56:23.471" v="4718"/>
        <pc:sldMkLst>
          <pc:docMk/>
          <pc:sldMk cId="3683040463" sldId="312"/>
        </pc:sldMkLst>
        <pc:spChg chg="mod">
          <ac:chgData name="Nguyễn Phúc Nhi" userId="ae5b6342-9334-4697-9957-aad583f7fe9e" providerId="ADAL" clId="{92171972-7046-44CE-B6AD-BED633F203B4}" dt="2024-12-12T10:32:36.500" v="1981" actId="20577"/>
          <ac:spMkLst>
            <pc:docMk/>
            <pc:sldMk cId="3683040463" sldId="312"/>
            <ac:spMk id="810" creationId="{3DE46F54-D03A-3F64-C77F-53740B75CF84}"/>
          </ac:spMkLst>
        </pc:spChg>
      </pc:sldChg>
      <pc:sldChg chg="addSp delSp modSp add mod modTransition">
        <pc:chgData name="Nguyễn Phúc Nhi" userId="ae5b6342-9334-4697-9957-aad583f7fe9e" providerId="ADAL" clId="{92171972-7046-44CE-B6AD-BED633F203B4}" dt="2024-12-12T14:29:55.392" v="5036" actId="113"/>
        <pc:sldMkLst>
          <pc:docMk/>
          <pc:sldMk cId="1352953611" sldId="313"/>
        </pc:sldMkLst>
        <pc:spChg chg="mod">
          <ac:chgData name="Nguyễn Phúc Nhi" userId="ae5b6342-9334-4697-9957-aad583f7fe9e" providerId="ADAL" clId="{92171972-7046-44CE-B6AD-BED633F203B4}" dt="2024-12-12T14:29:55.392" v="5036" actId="113"/>
          <ac:spMkLst>
            <pc:docMk/>
            <pc:sldMk cId="1352953611" sldId="313"/>
            <ac:spMk id="810" creationId="{2ABCC46D-546A-9DB1-46FA-21ED8F32A26D}"/>
          </ac:spMkLst>
        </pc:spChg>
        <pc:picChg chg="add mod">
          <ac:chgData name="Nguyễn Phúc Nhi" userId="ae5b6342-9334-4697-9957-aad583f7fe9e" providerId="ADAL" clId="{92171972-7046-44CE-B6AD-BED633F203B4}" dt="2024-12-12T13:58:03.323" v="4722" actId="1076"/>
          <ac:picMkLst>
            <pc:docMk/>
            <pc:sldMk cId="1352953611" sldId="313"/>
            <ac:picMk id="22532" creationId="{6CB74F78-BC57-9353-C763-09F9302326B6}"/>
          </ac:picMkLst>
        </pc:picChg>
      </pc:sldChg>
      <pc:sldChg chg="add del">
        <pc:chgData name="Nguyễn Phúc Nhi" userId="ae5b6342-9334-4697-9957-aad583f7fe9e" providerId="ADAL" clId="{92171972-7046-44CE-B6AD-BED633F203B4}" dt="2024-12-12T10:33:21.326" v="1982" actId="47"/>
        <pc:sldMkLst>
          <pc:docMk/>
          <pc:sldMk cId="2997103856" sldId="314"/>
        </pc:sldMkLst>
      </pc:sldChg>
      <pc:sldChg chg="add del">
        <pc:chgData name="Nguyễn Phúc Nhi" userId="ae5b6342-9334-4697-9957-aad583f7fe9e" providerId="ADAL" clId="{92171972-7046-44CE-B6AD-BED633F203B4}" dt="2024-12-12T10:33:27.097" v="1983" actId="47"/>
        <pc:sldMkLst>
          <pc:docMk/>
          <pc:sldMk cId="2845510496" sldId="315"/>
        </pc:sldMkLst>
      </pc:sldChg>
      <pc:sldChg chg="add del">
        <pc:chgData name="Nguyễn Phúc Nhi" userId="ae5b6342-9334-4697-9957-aad583f7fe9e" providerId="ADAL" clId="{92171972-7046-44CE-B6AD-BED633F203B4}" dt="2024-12-12T10:33:30.682" v="1984" actId="47"/>
        <pc:sldMkLst>
          <pc:docMk/>
          <pc:sldMk cId="2149114524" sldId="316"/>
        </pc:sldMkLst>
      </pc:sldChg>
      <pc:sldChg chg="addSp delSp modSp add mod modTransition">
        <pc:chgData name="Nguyễn Phúc Nhi" userId="ae5b6342-9334-4697-9957-aad583f7fe9e" providerId="ADAL" clId="{92171972-7046-44CE-B6AD-BED633F203B4}" dt="2024-12-12T14:29:59.450" v="5037" actId="113"/>
        <pc:sldMkLst>
          <pc:docMk/>
          <pc:sldMk cId="3702372216" sldId="317"/>
        </pc:sldMkLst>
        <pc:spChg chg="mod">
          <ac:chgData name="Nguyễn Phúc Nhi" userId="ae5b6342-9334-4697-9957-aad583f7fe9e" providerId="ADAL" clId="{92171972-7046-44CE-B6AD-BED633F203B4}" dt="2024-12-12T14:29:59.450" v="5037" actId="113"/>
          <ac:spMkLst>
            <pc:docMk/>
            <pc:sldMk cId="3702372216" sldId="317"/>
            <ac:spMk id="810" creationId="{13C2822E-3982-6ABF-7422-78908FF92ACC}"/>
          </ac:spMkLst>
        </pc:spChg>
        <pc:picChg chg="add mod">
          <ac:chgData name="Nguyễn Phúc Nhi" userId="ae5b6342-9334-4697-9957-aad583f7fe9e" providerId="ADAL" clId="{92171972-7046-44CE-B6AD-BED633F203B4}" dt="2024-12-12T10:36:14.144" v="2052" actId="692"/>
          <ac:picMkLst>
            <pc:docMk/>
            <pc:sldMk cId="3702372216" sldId="317"/>
            <ac:picMk id="18434" creationId="{1661903C-41A8-2582-B7E7-87DA3464EC32}"/>
          </ac:picMkLst>
        </pc:picChg>
      </pc:sldChg>
      <pc:sldChg chg="modSp add mod modTransition">
        <pc:chgData name="Nguyễn Phúc Nhi" userId="ae5b6342-9334-4697-9957-aad583f7fe9e" providerId="ADAL" clId="{92171972-7046-44CE-B6AD-BED633F203B4}" dt="2024-12-12T13:56:23.471" v="4718"/>
        <pc:sldMkLst>
          <pc:docMk/>
          <pc:sldMk cId="1302480775" sldId="318"/>
        </pc:sldMkLst>
        <pc:spChg chg="mod">
          <ac:chgData name="Nguyễn Phúc Nhi" userId="ae5b6342-9334-4697-9957-aad583f7fe9e" providerId="ADAL" clId="{92171972-7046-44CE-B6AD-BED633F203B4}" dt="2024-12-12T10:45:51.368" v="2157" actId="255"/>
          <ac:spMkLst>
            <pc:docMk/>
            <pc:sldMk cId="1302480775" sldId="318"/>
            <ac:spMk id="810" creationId="{B44A3C56-520D-C499-CB2B-B1880B7F31F7}"/>
          </ac:spMkLst>
        </pc:spChg>
      </pc:sldChg>
      <pc:sldChg chg="modSp add mod modTransition">
        <pc:chgData name="Nguyễn Phúc Nhi" userId="ae5b6342-9334-4697-9957-aad583f7fe9e" providerId="ADAL" clId="{92171972-7046-44CE-B6AD-BED633F203B4}" dt="2024-12-12T13:56:23.471" v="4718"/>
        <pc:sldMkLst>
          <pc:docMk/>
          <pc:sldMk cId="1519588669" sldId="319"/>
        </pc:sldMkLst>
        <pc:spChg chg="mod">
          <ac:chgData name="Nguyễn Phúc Nhi" userId="ae5b6342-9334-4697-9957-aad583f7fe9e" providerId="ADAL" clId="{92171972-7046-44CE-B6AD-BED633F203B4}" dt="2024-12-12T10:49:15.026" v="2232" actId="20577"/>
          <ac:spMkLst>
            <pc:docMk/>
            <pc:sldMk cId="1519588669" sldId="319"/>
            <ac:spMk id="810" creationId="{B36560F8-42FF-E1D0-7AF1-C597A45EDF8C}"/>
          </ac:spMkLst>
        </pc:spChg>
      </pc:sldChg>
      <pc:sldChg chg="add modTransition">
        <pc:chgData name="Nguyễn Phúc Nhi" userId="ae5b6342-9334-4697-9957-aad583f7fe9e" providerId="ADAL" clId="{92171972-7046-44CE-B6AD-BED633F203B4}" dt="2024-12-12T13:56:23.471" v="4718"/>
        <pc:sldMkLst>
          <pc:docMk/>
          <pc:sldMk cId="1869930267" sldId="320"/>
        </pc:sldMkLst>
      </pc:sldChg>
      <pc:sldChg chg="addSp delSp modSp add mod modTransition">
        <pc:chgData name="Nguyễn Phúc Nhi" userId="ae5b6342-9334-4697-9957-aad583f7fe9e" providerId="ADAL" clId="{92171972-7046-44CE-B6AD-BED633F203B4}" dt="2024-12-12T14:30:36.330" v="5045" actId="113"/>
        <pc:sldMkLst>
          <pc:docMk/>
          <pc:sldMk cId="1270926105" sldId="321"/>
        </pc:sldMkLst>
        <pc:spChg chg="mod">
          <ac:chgData name="Nguyễn Phúc Nhi" userId="ae5b6342-9334-4697-9957-aad583f7fe9e" providerId="ADAL" clId="{92171972-7046-44CE-B6AD-BED633F203B4}" dt="2024-12-12T14:30:36.330" v="5045" actId="113"/>
          <ac:spMkLst>
            <pc:docMk/>
            <pc:sldMk cId="1270926105" sldId="321"/>
            <ac:spMk id="810" creationId="{D8E00BBB-983C-8E60-B3F7-DA6AA25CA58A}"/>
          </ac:spMkLst>
        </pc:spChg>
        <pc:picChg chg="add mod">
          <ac:chgData name="Nguyễn Phúc Nhi" userId="ae5b6342-9334-4697-9957-aad583f7fe9e" providerId="ADAL" clId="{92171972-7046-44CE-B6AD-BED633F203B4}" dt="2024-12-12T14:30:32.525" v="5044" actId="1076"/>
          <ac:picMkLst>
            <pc:docMk/>
            <pc:sldMk cId="1270926105" sldId="321"/>
            <ac:picMk id="25602" creationId="{93E73362-F2D0-029F-473E-670371759900}"/>
          </ac:picMkLst>
        </pc:picChg>
      </pc:sldChg>
      <pc:sldChg chg="addSp delSp modSp add mod modTransition">
        <pc:chgData name="Nguyễn Phúc Nhi" userId="ae5b6342-9334-4697-9957-aad583f7fe9e" providerId="ADAL" clId="{92171972-7046-44CE-B6AD-BED633F203B4}" dt="2024-12-12T14:31:09.098" v="5050" actId="113"/>
        <pc:sldMkLst>
          <pc:docMk/>
          <pc:sldMk cId="3330517828" sldId="322"/>
        </pc:sldMkLst>
        <pc:spChg chg="mod">
          <ac:chgData name="Nguyễn Phúc Nhi" userId="ae5b6342-9334-4697-9957-aad583f7fe9e" providerId="ADAL" clId="{92171972-7046-44CE-B6AD-BED633F203B4}" dt="2024-12-12T14:31:09.098" v="5050" actId="113"/>
          <ac:spMkLst>
            <pc:docMk/>
            <pc:sldMk cId="3330517828" sldId="322"/>
            <ac:spMk id="810" creationId="{F853196A-0DEF-A6AB-CF1D-54B2EF239545}"/>
          </ac:spMkLst>
        </pc:spChg>
        <pc:picChg chg="add mod">
          <ac:chgData name="Nguyễn Phúc Nhi" userId="ae5b6342-9334-4697-9957-aad583f7fe9e" providerId="ADAL" clId="{92171972-7046-44CE-B6AD-BED633F203B4}" dt="2024-12-12T10:44:08.051" v="2137" actId="1076"/>
          <ac:picMkLst>
            <pc:docMk/>
            <pc:sldMk cId="3330517828" sldId="322"/>
            <ac:picMk id="24578" creationId="{09D8A26B-ACD9-E679-05A9-2902F647E3AF}"/>
          </ac:picMkLst>
        </pc:picChg>
      </pc:sldChg>
      <pc:sldChg chg="add del">
        <pc:chgData name="Nguyễn Phúc Nhi" userId="ae5b6342-9334-4697-9957-aad583f7fe9e" providerId="ADAL" clId="{92171972-7046-44CE-B6AD-BED633F203B4}" dt="2024-12-12T10:50:26.471" v="2239" actId="47"/>
        <pc:sldMkLst>
          <pc:docMk/>
          <pc:sldMk cId="2520765728" sldId="323"/>
        </pc:sldMkLst>
      </pc:sldChg>
      <pc:sldChg chg="delSp modSp add del mod">
        <pc:chgData name="Nguyễn Phúc Nhi" userId="ae5b6342-9334-4697-9957-aad583f7fe9e" providerId="ADAL" clId="{92171972-7046-44CE-B6AD-BED633F203B4}" dt="2024-12-12T10:44:31.755" v="2138" actId="47"/>
        <pc:sldMkLst>
          <pc:docMk/>
          <pc:sldMk cId="3308495986" sldId="323"/>
        </pc:sldMkLst>
      </pc:sldChg>
      <pc:sldChg chg="add del">
        <pc:chgData name="Nguyễn Phúc Nhi" userId="ae5b6342-9334-4697-9957-aad583f7fe9e" providerId="ADAL" clId="{92171972-7046-44CE-B6AD-BED633F203B4}" dt="2024-12-12T10:41:16.890" v="2107" actId="47"/>
        <pc:sldMkLst>
          <pc:docMk/>
          <pc:sldMk cId="4046535436" sldId="323"/>
        </pc:sldMkLst>
      </pc:sldChg>
      <pc:sldChg chg="add del">
        <pc:chgData name="Nguyễn Phúc Nhi" userId="ae5b6342-9334-4697-9957-aad583f7fe9e" providerId="ADAL" clId="{92171972-7046-44CE-B6AD-BED633F203B4}" dt="2024-12-12T10:41:17.998" v="2108" actId="47"/>
        <pc:sldMkLst>
          <pc:docMk/>
          <pc:sldMk cId="1329284515" sldId="324"/>
        </pc:sldMkLst>
      </pc:sldChg>
      <pc:sldChg chg="add del">
        <pc:chgData name="Nguyễn Phúc Nhi" userId="ae5b6342-9334-4697-9957-aad583f7fe9e" providerId="ADAL" clId="{92171972-7046-44CE-B6AD-BED633F203B4}" dt="2024-12-12T10:50:27.462" v="2240" actId="47"/>
        <pc:sldMkLst>
          <pc:docMk/>
          <pc:sldMk cId="3231819191" sldId="324"/>
        </pc:sldMkLst>
      </pc:sldChg>
      <pc:sldChg chg="addSp delSp modSp add mod modTransition">
        <pc:chgData name="Nguyễn Phúc Nhi" userId="ae5b6342-9334-4697-9957-aad583f7fe9e" providerId="ADAL" clId="{92171972-7046-44CE-B6AD-BED633F203B4}" dt="2024-12-12T13:56:23.471" v="4718"/>
        <pc:sldMkLst>
          <pc:docMk/>
          <pc:sldMk cId="1937767398" sldId="325"/>
        </pc:sldMkLst>
        <pc:spChg chg="mod">
          <ac:chgData name="Nguyễn Phúc Nhi" userId="ae5b6342-9334-4697-9957-aad583f7fe9e" providerId="ADAL" clId="{92171972-7046-44CE-B6AD-BED633F203B4}" dt="2024-12-12T10:51:28.246" v="2278" actId="20577"/>
          <ac:spMkLst>
            <pc:docMk/>
            <pc:sldMk cId="1937767398" sldId="325"/>
            <ac:spMk id="810" creationId="{3EC31B57-7176-6E87-723A-3B7E33D7A8C5}"/>
          </ac:spMkLst>
        </pc:spChg>
        <pc:picChg chg="add mod">
          <ac:chgData name="Nguyễn Phúc Nhi" userId="ae5b6342-9334-4697-9957-aad583f7fe9e" providerId="ADAL" clId="{92171972-7046-44CE-B6AD-BED633F203B4}" dt="2024-12-12T10:52:30.715" v="2293" actId="1076"/>
          <ac:picMkLst>
            <pc:docMk/>
            <pc:sldMk cId="1937767398" sldId="325"/>
            <ac:picMk id="29698" creationId="{BFA9C97E-0D45-9135-8185-33FD0EA36E1E}"/>
          </ac:picMkLst>
        </pc:picChg>
      </pc:sldChg>
      <pc:sldChg chg="addSp delSp modSp add mod modTransition">
        <pc:chgData name="Nguyễn Phúc Nhi" userId="ae5b6342-9334-4697-9957-aad583f7fe9e" providerId="ADAL" clId="{92171972-7046-44CE-B6AD-BED633F203B4}" dt="2024-12-12T14:31:42.348" v="5051" actId="113"/>
        <pc:sldMkLst>
          <pc:docMk/>
          <pc:sldMk cId="3179280484" sldId="326"/>
        </pc:sldMkLst>
        <pc:spChg chg="mod">
          <ac:chgData name="Nguyễn Phúc Nhi" userId="ae5b6342-9334-4697-9957-aad583f7fe9e" providerId="ADAL" clId="{92171972-7046-44CE-B6AD-BED633F203B4}" dt="2024-12-12T14:31:42.348" v="5051" actId="113"/>
          <ac:spMkLst>
            <pc:docMk/>
            <pc:sldMk cId="3179280484" sldId="326"/>
            <ac:spMk id="810" creationId="{EF338C63-7899-86B2-57C4-55217F06360F}"/>
          </ac:spMkLst>
        </pc:spChg>
        <pc:picChg chg="add mod">
          <ac:chgData name="Nguyễn Phúc Nhi" userId="ae5b6342-9334-4697-9957-aad583f7fe9e" providerId="ADAL" clId="{92171972-7046-44CE-B6AD-BED633F203B4}" dt="2024-12-12T10:54:01.904" v="2349" actId="14100"/>
          <ac:picMkLst>
            <pc:docMk/>
            <pc:sldMk cId="3179280484" sldId="326"/>
            <ac:picMk id="28674" creationId="{BDB5A581-4B4C-D76E-A6FE-04A2468ECAF9}"/>
          </ac:picMkLst>
        </pc:picChg>
        <pc:picChg chg="add del mod">
          <ac:chgData name="Nguyễn Phúc Nhi" userId="ae5b6342-9334-4697-9957-aad583f7fe9e" providerId="ADAL" clId="{92171972-7046-44CE-B6AD-BED633F203B4}" dt="2024-12-12T10:58:41.639" v="2391" actId="1076"/>
          <ac:picMkLst>
            <pc:docMk/>
            <pc:sldMk cId="3179280484" sldId="326"/>
            <ac:picMk id="28676" creationId="{35C50B38-43B5-3566-0C28-BA6E893CE3DB}"/>
          </ac:picMkLst>
        </pc:picChg>
      </pc:sldChg>
      <pc:sldChg chg="addSp delSp modSp add mod modTransition">
        <pc:chgData name="Nguyễn Phúc Nhi" userId="ae5b6342-9334-4697-9957-aad583f7fe9e" providerId="ADAL" clId="{92171972-7046-44CE-B6AD-BED633F203B4}" dt="2024-12-12T14:32:27.970" v="5058" actId="1076"/>
        <pc:sldMkLst>
          <pc:docMk/>
          <pc:sldMk cId="1568641732" sldId="327"/>
        </pc:sldMkLst>
        <pc:spChg chg="add del mod">
          <ac:chgData name="Nguyễn Phúc Nhi" userId="ae5b6342-9334-4697-9957-aad583f7fe9e" providerId="ADAL" clId="{92171972-7046-44CE-B6AD-BED633F203B4}" dt="2024-12-12T14:32:17.533" v="5056" actId="113"/>
          <ac:spMkLst>
            <pc:docMk/>
            <pc:sldMk cId="1568641732" sldId="327"/>
            <ac:spMk id="810" creationId="{E2469D82-DEA2-EC98-B7A2-87763432F08D}"/>
          </ac:spMkLst>
        </pc:spChg>
        <pc:picChg chg="add mod">
          <ac:chgData name="Nguyễn Phúc Nhi" userId="ae5b6342-9334-4697-9957-aad583f7fe9e" providerId="ADAL" clId="{92171972-7046-44CE-B6AD-BED633F203B4}" dt="2024-12-12T14:32:23.809" v="5057" actId="1076"/>
          <ac:picMkLst>
            <pc:docMk/>
            <pc:sldMk cId="1568641732" sldId="327"/>
            <ac:picMk id="27650" creationId="{68803F90-4624-DF7F-3185-3C1907B9F70E}"/>
          </ac:picMkLst>
        </pc:picChg>
        <pc:picChg chg="add mod">
          <ac:chgData name="Nguyễn Phúc Nhi" userId="ae5b6342-9334-4697-9957-aad583f7fe9e" providerId="ADAL" clId="{92171972-7046-44CE-B6AD-BED633F203B4}" dt="2024-12-12T14:32:27.970" v="5058" actId="1076"/>
          <ac:picMkLst>
            <pc:docMk/>
            <pc:sldMk cId="1568641732" sldId="327"/>
            <ac:picMk id="27652" creationId="{C2F42A56-DCC6-17EA-3057-54333D1927D4}"/>
          </ac:picMkLst>
        </pc:picChg>
      </pc:sldChg>
      <pc:sldChg chg="modSp add mod modTransition">
        <pc:chgData name="Nguyễn Phúc Nhi" userId="ae5b6342-9334-4697-9957-aad583f7fe9e" providerId="ADAL" clId="{92171972-7046-44CE-B6AD-BED633F203B4}" dt="2024-12-12T13:56:23.471" v="4718"/>
        <pc:sldMkLst>
          <pc:docMk/>
          <pc:sldMk cId="2767638244" sldId="328"/>
        </pc:sldMkLst>
        <pc:spChg chg="mod">
          <ac:chgData name="Nguyễn Phúc Nhi" userId="ae5b6342-9334-4697-9957-aad583f7fe9e" providerId="ADAL" clId="{92171972-7046-44CE-B6AD-BED633F203B4}" dt="2024-12-12T11:06:37.423" v="2530" actId="20577"/>
          <ac:spMkLst>
            <pc:docMk/>
            <pc:sldMk cId="2767638244" sldId="328"/>
            <ac:spMk id="810" creationId="{C2AAACE3-DEC5-C2F4-BF61-7E44E1D59BF4}"/>
          </ac:spMkLst>
        </pc:spChg>
      </pc:sldChg>
      <pc:sldChg chg="modSp add mod modTransition">
        <pc:chgData name="Nguyễn Phúc Nhi" userId="ae5b6342-9334-4697-9957-aad583f7fe9e" providerId="ADAL" clId="{92171972-7046-44CE-B6AD-BED633F203B4}" dt="2024-12-12T13:56:23.471" v="4718"/>
        <pc:sldMkLst>
          <pc:docMk/>
          <pc:sldMk cId="4176153726" sldId="329"/>
        </pc:sldMkLst>
        <pc:spChg chg="mod">
          <ac:chgData name="Nguyễn Phúc Nhi" userId="ae5b6342-9334-4697-9957-aad583f7fe9e" providerId="ADAL" clId="{92171972-7046-44CE-B6AD-BED633F203B4}" dt="2024-12-12T11:09:28.450" v="2537" actId="113"/>
          <ac:spMkLst>
            <pc:docMk/>
            <pc:sldMk cId="4176153726" sldId="329"/>
            <ac:spMk id="810" creationId="{3E181263-383E-011E-ED78-F6336FE8C57F}"/>
          </ac:spMkLst>
        </pc:spChg>
      </pc:sldChg>
      <pc:sldChg chg="add modTransition">
        <pc:chgData name="Nguyễn Phúc Nhi" userId="ae5b6342-9334-4697-9957-aad583f7fe9e" providerId="ADAL" clId="{92171972-7046-44CE-B6AD-BED633F203B4}" dt="2024-12-12T13:56:23.471" v="4718"/>
        <pc:sldMkLst>
          <pc:docMk/>
          <pc:sldMk cId="4181478037" sldId="330"/>
        </pc:sldMkLst>
      </pc:sldChg>
      <pc:sldChg chg="addSp delSp modSp add mod modTransition">
        <pc:chgData name="Nguyễn Phúc Nhi" userId="ae5b6342-9334-4697-9957-aad583f7fe9e" providerId="ADAL" clId="{92171972-7046-44CE-B6AD-BED633F203B4}" dt="2024-12-12T14:33:17.285" v="5061" actId="20577"/>
        <pc:sldMkLst>
          <pc:docMk/>
          <pc:sldMk cId="3823254122" sldId="331"/>
        </pc:sldMkLst>
        <pc:spChg chg="mod">
          <ac:chgData name="Nguyễn Phúc Nhi" userId="ae5b6342-9334-4697-9957-aad583f7fe9e" providerId="ADAL" clId="{92171972-7046-44CE-B6AD-BED633F203B4}" dt="2024-12-12T14:33:17.285" v="5061" actId="20577"/>
          <ac:spMkLst>
            <pc:docMk/>
            <pc:sldMk cId="3823254122" sldId="331"/>
            <ac:spMk id="810" creationId="{6647EE33-27BF-8A1E-C77B-0877FFF38029}"/>
          </ac:spMkLst>
        </pc:spChg>
        <pc:picChg chg="add mod">
          <ac:chgData name="Nguyễn Phúc Nhi" userId="ae5b6342-9334-4697-9957-aad583f7fe9e" providerId="ADAL" clId="{92171972-7046-44CE-B6AD-BED633F203B4}" dt="2024-12-12T11:04:11.535" v="2494" actId="1076"/>
          <ac:picMkLst>
            <pc:docMk/>
            <pc:sldMk cId="3823254122" sldId="331"/>
            <ac:picMk id="30722" creationId="{2D38562B-E1AE-226D-6B47-4A2E2BBF7115}"/>
          </ac:picMkLst>
        </pc:picChg>
        <pc:picChg chg="add mod">
          <ac:chgData name="Nguyễn Phúc Nhi" userId="ae5b6342-9334-4697-9957-aad583f7fe9e" providerId="ADAL" clId="{92171972-7046-44CE-B6AD-BED633F203B4}" dt="2024-12-12T11:05:20.827" v="2503" actId="1076"/>
          <ac:picMkLst>
            <pc:docMk/>
            <pc:sldMk cId="3823254122" sldId="331"/>
            <ac:picMk id="30724" creationId="{751ABA0F-F690-4F1F-274B-7BD1A53C6C2C}"/>
          </ac:picMkLst>
        </pc:picChg>
      </pc:sldChg>
      <pc:sldChg chg="addSp delSp modSp add mod modTransition">
        <pc:chgData name="Nguyễn Phúc Nhi" userId="ae5b6342-9334-4697-9957-aad583f7fe9e" providerId="ADAL" clId="{92171972-7046-44CE-B6AD-BED633F203B4}" dt="2024-12-12T14:33:35.791" v="5063" actId="113"/>
        <pc:sldMkLst>
          <pc:docMk/>
          <pc:sldMk cId="600951325" sldId="332"/>
        </pc:sldMkLst>
        <pc:spChg chg="mod">
          <ac:chgData name="Nguyễn Phúc Nhi" userId="ae5b6342-9334-4697-9957-aad583f7fe9e" providerId="ADAL" clId="{92171972-7046-44CE-B6AD-BED633F203B4}" dt="2024-12-12T14:33:35.791" v="5063" actId="113"/>
          <ac:spMkLst>
            <pc:docMk/>
            <pc:sldMk cId="600951325" sldId="332"/>
            <ac:spMk id="810" creationId="{7E0A7816-09DE-7AB9-E93C-9C3E24B843CF}"/>
          </ac:spMkLst>
        </pc:spChg>
        <pc:picChg chg="add mod">
          <ac:chgData name="Nguyễn Phúc Nhi" userId="ae5b6342-9334-4697-9957-aad583f7fe9e" providerId="ADAL" clId="{92171972-7046-44CE-B6AD-BED633F203B4}" dt="2024-12-12T13:58:13.307" v="4724" actId="1076"/>
          <ac:picMkLst>
            <pc:docMk/>
            <pc:sldMk cId="600951325" sldId="332"/>
            <ac:picMk id="35842" creationId="{2AF33DED-392F-D6E1-32DE-70664C7EDCCC}"/>
          </ac:picMkLst>
        </pc:picChg>
        <pc:picChg chg="add mod">
          <ac:chgData name="Nguyễn Phúc Nhi" userId="ae5b6342-9334-4697-9957-aad583f7fe9e" providerId="ADAL" clId="{92171972-7046-44CE-B6AD-BED633F203B4}" dt="2024-12-12T13:58:11.650" v="4723" actId="1076"/>
          <ac:picMkLst>
            <pc:docMk/>
            <pc:sldMk cId="600951325" sldId="332"/>
            <ac:picMk id="35844" creationId="{E30651F7-E4E2-79CC-32C1-16753B7ACA68}"/>
          </ac:picMkLst>
        </pc:picChg>
      </pc:sldChg>
      <pc:sldChg chg="addSp delSp modSp add mod modTransition">
        <pc:chgData name="Nguyễn Phúc Nhi" userId="ae5b6342-9334-4697-9957-aad583f7fe9e" providerId="ADAL" clId="{92171972-7046-44CE-B6AD-BED633F203B4}" dt="2024-12-12T14:34:14.903" v="5065" actId="20577"/>
        <pc:sldMkLst>
          <pc:docMk/>
          <pc:sldMk cId="1293152273" sldId="333"/>
        </pc:sldMkLst>
        <pc:spChg chg="mod">
          <ac:chgData name="Nguyễn Phúc Nhi" userId="ae5b6342-9334-4697-9957-aad583f7fe9e" providerId="ADAL" clId="{92171972-7046-44CE-B6AD-BED633F203B4}" dt="2024-12-12T14:34:14.903" v="5065" actId="20577"/>
          <ac:spMkLst>
            <pc:docMk/>
            <pc:sldMk cId="1293152273" sldId="333"/>
            <ac:spMk id="810" creationId="{FF14ACAB-F079-F013-D610-376D23C21398}"/>
          </ac:spMkLst>
        </pc:spChg>
        <pc:picChg chg="add mod">
          <ac:chgData name="Nguyễn Phúc Nhi" userId="ae5b6342-9334-4697-9957-aad583f7fe9e" providerId="ADAL" clId="{92171972-7046-44CE-B6AD-BED633F203B4}" dt="2024-12-12T12:02:00.955" v="2821" actId="692"/>
          <ac:picMkLst>
            <pc:docMk/>
            <pc:sldMk cId="1293152273" sldId="333"/>
            <ac:picMk id="34820" creationId="{51083CDA-C50A-44F2-F83B-469D60CFECDE}"/>
          </ac:picMkLst>
        </pc:picChg>
      </pc:sldChg>
      <pc:sldChg chg="addSp delSp modSp add mod modTransition">
        <pc:chgData name="Nguyễn Phúc Nhi" userId="ae5b6342-9334-4697-9957-aad583f7fe9e" providerId="ADAL" clId="{92171972-7046-44CE-B6AD-BED633F203B4}" dt="2024-12-12T14:34:36.917" v="5068" actId="113"/>
        <pc:sldMkLst>
          <pc:docMk/>
          <pc:sldMk cId="406082673" sldId="334"/>
        </pc:sldMkLst>
        <pc:spChg chg="mod">
          <ac:chgData name="Nguyễn Phúc Nhi" userId="ae5b6342-9334-4697-9957-aad583f7fe9e" providerId="ADAL" clId="{92171972-7046-44CE-B6AD-BED633F203B4}" dt="2024-12-12T14:34:36.917" v="5068" actId="113"/>
          <ac:spMkLst>
            <pc:docMk/>
            <pc:sldMk cId="406082673" sldId="334"/>
            <ac:spMk id="810" creationId="{B263EBAD-93E5-8723-D112-E3D17A820EDB}"/>
          </ac:spMkLst>
        </pc:spChg>
        <pc:picChg chg="add mod">
          <ac:chgData name="Nguyễn Phúc Nhi" userId="ae5b6342-9334-4697-9957-aad583f7fe9e" providerId="ADAL" clId="{92171972-7046-44CE-B6AD-BED633F203B4}" dt="2024-12-12T12:17:44.891" v="2874" actId="692"/>
          <ac:picMkLst>
            <pc:docMk/>
            <pc:sldMk cId="406082673" sldId="334"/>
            <ac:picMk id="33794" creationId="{0A5D412F-FD44-BB70-7E5F-E01D09DD7F7A}"/>
          </ac:picMkLst>
        </pc:picChg>
        <pc:picChg chg="add mod">
          <ac:chgData name="Nguyễn Phúc Nhi" userId="ae5b6342-9334-4697-9957-aad583f7fe9e" providerId="ADAL" clId="{92171972-7046-44CE-B6AD-BED633F203B4}" dt="2024-12-12T12:19:41.348" v="2885" actId="1076"/>
          <ac:picMkLst>
            <pc:docMk/>
            <pc:sldMk cId="406082673" sldId="334"/>
            <ac:picMk id="33796" creationId="{E2C5649F-3DFB-AA69-3B74-2343A66915FD}"/>
          </ac:picMkLst>
        </pc:picChg>
      </pc:sldChg>
      <pc:sldChg chg="delSp modSp add mod modTransition">
        <pc:chgData name="Nguyễn Phúc Nhi" userId="ae5b6342-9334-4697-9957-aad583f7fe9e" providerId="ADAL" clId="{92171972-7046-44CE-B6AD-BED633F203B4}" dt="2024-12-12T13:56:23.471" v="4718"/>
        <pc:sldMkLst>
          <pc:docMk/>
          <pc:sldMk cId="931036135" sldId="335"/>
        </pc:sldMkLst>
        <pc:spChg chg="mod">
          <ac:chgData name="Nguyễn Phúc Nhi" userId="ae5b6342-9334-4697-9957-aad583f7fe9e" providerId="ADAL" clId="{92171972-7046-44CE-B6AD-BED633F203B4}" dt="2024-12-12T12:34:11.173" v="3082" actId="113"/>
          <ac:spMkLst>
            <pc:docMk/>
            <pc:sldMk cId="931036135" sldId="335"/>
            <ac:spMk id="810" creationId="{4B3AD7CC-F2AF-DDB6-2041-5740F96C4D09}"/>
          </ac:spMkLst>
        </pc:spChg>
      </pc:sldChg>
      <pc:sldChg chg="modSp add mod modTransition">
        <pc:chgData name="Nguyễn Phúc Nhi" userId="ae5b6342-9334-4697-9957-aad583f7fe9e" providerId="ADAL" clId="{92171972-7046-44CE-B6AD-BED633F203B4}" dt="2024-12-12T14:35:48.746" v="5072" actId="1076"/>
        <pc:sldMkLst>
          <pc:docMk/>
          <pc:sldMk cId="651092806" sldId="336"/>
        </pc:sldMkLst>
        <pc:spChg chg="mod">
          <ac:chgData name="Nguyễn Phúc Nhi" userId="ae5b6342-9334-4697-9957-aad583f7fe9e" providerId="ADAL" clId="{92171972-7046-44CE-B6AD-BED633F203B4}" dt="2024-12-12T14:35:48.746" v="5072" actId="1076"/>
          <ac:spMkLst>
            <pc:docMk/>
            <pc:sldMk cId="651092806" sldId="336"/>
            <ac:spMk id="810" creationId="{295BD003-7B48-6C1C-4279-7481FF4A2450}"/>
          </ac:spMkLst>
        </pc:spChg>
      </pc:sldChg>
      <pc:sldChg chg="modSp add mod modTransition">
        <pc:chgData name="Nguyễn Phúc Nhi" userId="ae5b6342-9334-4697-9957-aad583f7fe9e" providerId="ADAL" clId="{92171972-7046-44CE-B6AD-BED633F203B4}" dt="2024-12-12T13:56:23.471" v="4718"/>
        <pc:sldMkLst>
          <pc:docMk/>
          <pc:sldMk cId="1685835472" sldId="337"/>
        </pc:sldMkLst>
        <pc:spChg chg="mod">
          <ac:chgData name="Nguyễn Phúc Nhi" userId="ae5b6342-9334-4697-9957-aad583f7fe9e" providerId="ADAL" clId="{92171972-7046-44CE-B6AD-BED633F203B4}" dt="2024-12-12T12:32:06.358" v="3054" actId="20577"/>
          <ac:spMkLst>
            <pc:docMk/>
            <pc:sldMk cId="1685835472" sldId="337"/>
            <ac:spMk id="810" creationId="{B3889653-25A5-61EF-2FD6-A38AD30F49C4}"/>
          </ac:spMkLst>
        </pc:spChg>
      </pc:sldChg>
      <pc:sldChg chg="add modTransition">
        <pc:chgData name="Nguyễn Phúc Nhi" userId="ae5b6342-9334-4697-9957-aad583f7fe9e" providerId="ADAL" clId="{92171972-7046-44CE-B6AD-BED633F203B4}" dt="2024-12-12T13:56:23.471" v="4718"/>
        <pc:sldMkLst>
          <pc:docMk/>
          <pc:sldMk cId="4084330463" sldId="338"/>
        </pc:sldMkLst>
      </pc:sldChg>
      <pc:sldChg chg="modSp add mod modTransition">
        <pc:chgData name="Nguyễn Phúc Nhi" userId="ae5b6342-9334-4697-9957-aad583f7fe9e" providerId="ADAL" clId="{92171972-7046-44CE-B6AD-BED633F203B4}" dt="2024-12-12T13:56:23.471" v="4718"/>
        <pc:sldMkLst>
          <pc:docMk/>
          <pc:sldMk cId="3473912401" sldId="339"/>
        </pc:sldMkLst>
        <pc:spChg chg="mod">
          <ac:chgData name="Nguyễn Phúc Nhi" userId="ae5b6342-9334-4697-9957-aad583f7fe9e" providerId="ADAL" clId="{92171972-7046-44CE-B6AD-BED633F203B4}" dt="2024-12-12T12:42:40.617" v="3214" actId="14100"/>
          <ac:spMkLst>
            <pc:docMk/>
            <pc:sldMk cId="3473912401" sldId="339"/>
            <ac:spMk id="810" creationId="{921076B1-79AD-C184-0972-4AAE829BC54C}"/>
          </ac:spMkLst>
        </pc:spChg>
      </pc:sldChg>
      <pc:sldChg chg="modSp add mod modTransition">
        <pc:chgData name="Nguyễn Phúc Nhi" userId="ae5b6342-9334-4697-9957-aad583f7fe9e" providerId="ADAL" clId="{92171972-7046-44CE-B6AD-BED633F203B4}" dt="2024-12-12T13:56:23.471" v="4718"/>
        <pc:sldMkLst>
          <pc:docMk/>
          <pc:sldMk cId="1201056422" sldId="340"/>
        </pc:sldMkLst>
        <pc:spChg chg="mod">
          <ac:chgData name="Nguyễn Phúc Nhi" userId="ae5b6342-9334-4697-9957-aad583f7fe9e" providerId="ADAL" clId="{92171972-7046-44CE-B6AD-BED633F203B4}" dt="2024-12-12T12:55:01.561" v="3395" actId="5793"/>
          <ac:spMkLst>
            <pc:docMk/>
            <pc:sldMk cId="1201056422" sldId="340"/>
            <ac:spMk id="810" creationId="{495E7911-9CEA-4809-6FFD-53E7877EF409}"/>
          </ac:spMkLst>
        </pc:spChg>
      </pc:sldChg>
      <pc:sldChg chg="modSp add mod modTransition">
        <pc:chgData name="Nguyễn Phúc Nhi" userId="ae5b6342-9334-4697-9957-aad583f7fe9e" providerId="ADAL" clId="{92171972-7046-44CE-B6AD-BED633F203B4}" dt="2024-12-12T13:56:23.471" v="4718"/>
        <pc:sldMkLst>
          <pc:docMk/>
          <pc:sldMk cId="673050423" sldId="341"/>
        </pc:sldMkLst>
        <pc:spChg chg="mod">
          <ac:chgData name="Nguyễn Phúc Nhi" userId="ae5b6342-9334-4697-9957-aad583f7fe9e" providerId="ADAL" clId="{92171972-7046-44CE-B6AD-BED633F203B4}" dt="2024-12-12T13:02:18.039" v="3553" actId="113"/>
          <ac:spMkLst>
            <pc:docMk/>
            <pc:sldMk cId="673050423" sldId="341"/>
            <ac:spMk id="810" creationId="{001CB6A6-C70B-16DD-282F-A62E9BAE7839}"/>
          </ac:spMkLst>
        </pc:spChg>
      </pc:sldChg>
      <pc:sldChg chg="addSp delSp modSp add mod modTransition">
        <pc:chgData name="Nguyễn Phúc Nhi" userId="ae5b6342-9334-4697-9957-aad583f7fe9e" providerId="ADAL" clId="{92171972-7046-44CE-B6AD-BED633F203B4}" dt="2024-12-12T13:56:23.471" v="4718"/>
        <pc:sldMkLst>
          <pc:docMk/>
          <pc:sldMk cId="2017969646" sldId="342"/>
        </pc:sldMkLst>
        <pc:spChg chg="mod">
          <ac:chgData name="Nguyễn Phúc Nhi" userId="ae5b6342-9334-4697-9957-aad583f7fe9e" providerId="ADAL" clId="{92171972-7046-44CE-B6AD-BED633F203B4}" dt="2024-12-12T12:43:12.138" v="3219" actId="20577"/>
          <ac:spMkLst>
            <pc:docMk/>
            <pc:sldMk cId="2017969646" sldId="342"/>
            <ac:spMk id="810" creationId="{B0113E2A-6FCF-5F3E-03E4-C0398744BA93}"/>
          </ac:spMkLst>
        </pc:spChg>
        <pc:picChg chg="add mod">
          <ac:chgData name="Nguyễn Phúc Nhi" userId="ae5b6342-9334-4697-9957-aad583f7fe9e" providerId="ADAL" clId="{92171972-7046-44CE-B6AD-BED633F203B4}" dt="2024-12-12T12:43:30.368" v="3224" actId="14100"/>
          <ac:picMkLst>
            <pc:docMk/>
            <pc:sldMk cId="2017969646" sldId="342"/>
            <ac:picMk id="40964" creationId="{6C22CD2A-0E4A-9C1F-E24C-A678F268813B}"/>
          </ac:picMkLst>
        </pc:picChg>
        <pc:picChg chg="add mod">
          <ac:chgData name="Nguyễn Phúc Nhi" userId="ae5b6342-9334-4697-9957-aad583f7fe9e" providerId="ADAL" clId="{92171972-7046-44CE-B6AD-BED633F203B4}" dt="2024-12-12T12:51:38.830" v="3339" actId="1076"/>
          <ac:picMkLst>
            <pc:docMk/>
            <pc:sldMk cId="2017969646" sldId="342"/>
            <ac:picMk id="40966" creationId="{0908C35E-72E4-579D-0119-0E5CFE4A4DF5}"/>
          </ac:picMkLst>
        </pc:picChg>
      </pc:sldChg>
      <pc:sldChg chg="addSp delSp modSp add mod modTransition">
        <pc:chgData name="Nguyễn Phúc Nhi" userId="ae5b6342-9334-4697-9957-aad583f7fe9e" providerId="ADAL" clId="{92171972-7046-44CE-B6AD-BED633F203B4}" dt="2024-12-12T14:36:50.924" v="5073" actId="113"/>
        <pc:sldMkLst>
          <pc:docMk/>
          <pc:sldMk cId="3192061085" sldId="343"/>
        </pc:sldMkLst>
        <pc:spChg chg="mod">
          <ac:chgData name="Nguyễn Phúc Nhi" userId="ae5b6342-9334-4697-9957-aad583f7fe9e" providerId="ADAL" clId="{92171972-7046-44CE-B6AD-BED633F203B4}" dt="2024-12-12T14:36:50.924" v="5073" actId="113"/>
          <ac:spMkLst>
            <pc:docMk/>
            <pc:sldMk cId="3192061085" sldId="343"/>
            <ac:spMk id="810" creationId="{CE20B242-62BC-0A85-FD67-59A0F2B43134}"/>
          </ac:spMkLst>
        </pc:spChg>
        <pc:picChg chg="add mod">
          <ac:chgData name="Nguyễn Phúc Nhi" userId="ae5b6342-9334-4697-9957-aad583f7fe9e" providerId="ADAL" clId="{92171972-7046-44CE-B6AD-BED633F203B4}" dt="2024-12-12T12:45:31.835" v="3240" actId="14100"/>
          <ac:picMkLst>
            <pc:docMk/>
            <pc:sldMk cId="3192061085" sldId="343"/>
            <ac:picMk id="39938" creationId="{C14EB04A-7657-6D49-0A9F-2D9D4AFE602B}"/>
          </ac:picMkLst>
        </pc:picChg>
      </pc:sldChg>
      <pc:sldChg chg="addSp delSp modSp add mod modTransition">
        <pc:chgData name="Nguyễn Phúc Nhi" userId="ae5b6342-9334-4697-9957-aad583f7fe9e" providerId="ADAL" clId="{92171972-7046-44CE-B6AD-BED633F203B4}" dt="2024-12-12T14:37:06.916" v="5075" actId="113"/>
        <pc:sldMkLst>
          <pc:docMk/>
          <pc:sldMk cId="2879365543" sldId="344"/>
        </pc:sldMkLst>
        <pc:spChg chg="mod">
          <ac:chgData name="Nguyễn Phúc Nhi" userId="ae5b6342-9334-4697-9957-aad583f7fe9e" providerId="ADAL" clId="{92171972-7046-44CE-B6AD-BED633F203B4}" dt="2024-12-12T14:37:06.916" v="5075" actId="113"/>
          <ac:spMkLst>
            <pc:docMk/>
            <pc:sldMk cId="2879365543" sldId="344"/>
            <ac:spMk id="810" creationId="{E7CA58B4-95BB-011C-5F0D-F172A8E06DA2}"/>
          </ac:spMkLst>
        </pc:spChg>
        <pc:picChg chg="add mod">
          <ac:chgData name="Nguyễn Phúc Nhi" userId="ae5b6342-9334-4697-9957-aad583f7fe9e" providerId="ADAL" clId="{92171972-7046-44CE-B6AD-BED633F203B4}" dt="2024-12-12T12:51:22.563" v="3337" actId="1076"/>
          <ac:picMkLst>
            <pc:docMk/>
            <pc:sldMk cId="2879365543" sldId="344"/>
            <ac:picMk id="38914" creationId="{26102C82-AD55-65C1-864F-41A856DA642D}"/>
          </ac:picMkLst>
        </pc:picChg>
        <pc:picChg chg="add mod">
          <ac:chgData name="Nguyễn Phúc Nhi" userId="ae5b6342-9334-4697-9957-aad583f7fe9e" providerId="ADAL" clId="{92171972-7046-44CE-B6AD-BED633F203B4}" dt="2024-12-12T12:51:24.276" v="3338" actId="1076"/>
          <ac:picMkLst>
            <pc:docMk/>
            <pc:sldMk cId="2879365543" sldId="344"/>
            <ac:picMk id="38916" creationId="{088A39ED-A9FE-28C7-4132-D0F9533482C1}"/>
          </ac:picMkLst>
        </pc:picChg>
      </pc:sldChg>
      <pc:sldChg chg="delSp modSp add del mod">
        <pc:chgData name="Nguyễn Phúc Nhi" userId="ae5b6342-9334-4697-9957-aad583f7fe9e" providerId="ADAL" clId="{92171972-7046-44CE-B6AD-BED633F203B4}" dt="2024-12-12T12:52:06.305" v="3342" actId="47"/>
        <pc:sldMkLst>
          <pc:docMk/>
          <pc:sldMk cId="1685512972" sldId="345"/>
        </pc:sldMkLst>
      </pc:sldChg>
      <pc:sldChg chg="modSp add mod modTransition">
        <pc:chgData name="Nguyễn Phúc Nhi" userId="ae5b6342-9334-4697-9957-aad583f7fe9e" providerId="ADAL" clId="{92171972-7046-44CE-B6AD-BED633F203B4}" dt="2024-12-12T13:56:23.471" v="4718"/>
        <pc:sldMkLst>
          <pc:docMk/>
          <pc:sldMk cId="602038807" sldId="346"/>
        </pc:sldMkLst>
        <pc:spChg chg="mod">
          <ac:chgData name="Nguyễn Phúc Nhi" userId="ae5b6342-9334-4697-9957-aad583f7fe9e" providerId="ADAL" clId="{92171972-7046-44CE-B6AD-BED633F203B4}" dt="2024-12-12T12:53:59.127" v="3394" actId="20577"/>
          <ac:spMkLst>
            <pc:docMk/>
            <pc:sldMk cId="602038807" sldId="346"/>
            <ac:spMk id="810" creationId="{B30F30CB-4920-D748-471C-7CF475EE505B}"/>
          </ac:spMkLst>
        </pc:spChg>
      </pc:sldChg>
      <pc:sldChg chg="modSp add mod modTransition">
        <pc:chgData name="Nguyễn Phúc Nhi" userId="ae5b6342-9334-4697-9957-aad583f7fe9e" providerId="ADAL" clId="{92171972-7046-44CE-B6AD-BED633F203B4}" dt="2024-12-12T13:56:23.471" v="4718"/>
        <pc:sldMkLst>
          <pc:docMk/>
          <pc:sldMk cId="4195900478" sldId="347"/>
        </pc:sldMkLst>
        <pc:spChg chg="mod">
          <ac:chgData name="Nguyễn Phúc Nhi" userId="ae5b6342-9334-4697-9957-aad583f7fe9e" providerId="ADAL" clId="{92171972-7046-44CE-B6AD-BED633F203B4}" dt="2024-12-12T12:57:12.505" v="3455" actId="5793"/>
          <ac:spMkLst>
            <pc:docMk/>
            <pc:sldMk cId="4195900478" sldId="347"/>
            <ac:spMk id="810" creationId="{D1408386-EB33-7BB0-B520-090C518B505D}"/>
          </ac:spMkLst>
        </pc:spChg>
      </pc:sldChg>
      <pc:sldChg chg="add modTransition">
        <pc:chgData name="Nguyễn Phúc Nhi" userId="ae5b6342-9334-4697-9957-aad583f7fe9e" providerId="ADAL" clId="{92171972-7046-44CE-B6AD-BED633F203B4}" dt="2024-12-12T13:56:23.471" v="4718"/>
        <pc:sldMkLst>
          <pc:docMk/>
          <pc:sldMk cId="3992376073" sldId="348"/>
        </pc:sldMkLst>
      </pc:sldChg>
      <pc:sldChg chg="modSp add mod modTransition">
        <pc:chgData name="Nguyễn Phúc Nhi" userId="ae5b6342-9334-4697-9957-aad583f7fe9e" providerId="ADAL" clId="{92171972-7046-44CE-B6AD-BED633F203B4}" dt="2024-12-12T13:56:23.471" v="4718"/>
        <pc:sldMkLst>
          <pc:docMk/>
          <pc:sldMk cId="1554322218" sldId="349"/>
        </pc:sldMkLst>
        <pc:spChg chg="mod">
          <ac:chgData name="Nguyễn Phúc Nhi" userId="ae5b6342-9334-4697-9957-aad583f7fe9e" providerId="ADAL" clId="{92171972-7046-44CE-B6AD-BED633F203B4}" dt="2024-12-12T13:04:53.628" v="3671" actId="20577"/>
          <ac:spMkLst>
            <pc:docMk/>
            <pc:sldMk cId="1554322218" sldId="349"/>
            <ac:spMk id="810" creationId="{CE2F87E9-7036-A940-BBA5-8A144FF246BF}"/>
          </ac:spMkLst>
        </pc:spChg>
      </pc:sldChg>
      <pc:sldChg chg="delSp modSp add mod modTransition">
        <pc:chgData name="Nguyễn Phúc Nhi" userId="ae5b6342-9334-4697-9957-aad583f7fe9e" providerId="ADAL" clId="{92171972-7046-44CE-B6AD-BED633F203B4}" dt="2024-12-12T13:56:23.471" v="4718"/>
        <pc:sldMkLst>
          <pc:docMk/>
          <pc:sldMk cId="2328089128" sldId="350"/>
        </pc:sldMkLst>
        <pc:spChg chg="mod">
          <ac:chgData name="Nguyễn Phúc Nhi" userId="ae5b6342-9334-4697-9957-aad583f7fe9e" providerId="ADAL" clId="{92171972-7046-44CE-B6AD-BED633F203B4}" dt="2024-12-12T13:31:02.734" v="4171" actId="20577"/>
          <ac:spMkLst>
            <pc:docMk/>
            <pc:sldMk cId="2328089128" sldId="350"/>
            <ac:spMk id="810" creationId="{5F6596C4-95BD-5A12-1842-29A56D69B164}"/>
          </ac:spMkLst>
        </pc:spChg>
      </pc:sldChg>
      <pc:sldChg chg="add del">
        <pc:chgData name="Nguyễn Phúc Nhi" userId="ae5b6342-9334-4697-9957-aad583f7fe9e" providerId="ADAL" clId="{92171972-7046-44CE-B6AD-BED633F203B4}" dt="2024-12-12T13:05:13.824" v="3672" actId="47"/>
        <pc:sldMkLst>
          <pc:docMk/>
          <pc:sldMk cId="2707782119" sldId="351"/>
        </pc:sldMkLst>
      </pc:sldChg>
      <pc:sldChg chg="add del">
        <pc:chgData name="Nguyễn Phúc Nhi" userId="ae5b6342-9334-4697-9957-aad583f7fe9e" providerId="ADAL" clId="{92171972-7046-44CE-B6AD-BED633F203B4}" dt="2024-12-12T13:05:15.052" v="3673" actId="47"/>
        <pc:sldMkLst>
          <pc:docMk/>
          <pc:sldMk cId="754174938" sldId="352"/>
        </pc:sldMkLst>
      </pc:sldChg>
      <pc:sldChg chg="add del">
        <pc:chgData name="Nguyễn Phúc Nhi" userId="ae5b6342-9334-4697-9957-aad583f7fe9e" providerId="ADAL" clId="{92171972-7046-44CE-B6AD-BED633F203B4}" dt="2024-12-12T13:05:19.632" v="3674" actId="47"/>
        <pc:sldMkLst>
          <pc:docMk/>
          <pc:sldMk cId="281033761" sldId="353"/>
        </pc:sldMkLst>
      </pc:sldChg>
      <pc:sldChg chg="add del">
        <pc:chgData name="Nguyễn Phúc Nhi" userId="ae5b6342-9334-4697-9957-aad583f7fe9e" providerId="ADAL" clId="{92171972-7046-44CE-B6AD-BED633F203B4}" dt="2024-12-12T13:05:22.001" v="3675" actId="47"/>
        <pc:sldMkLst>
          <pc:docMk/>
          <pc:sldMk cId="2333296454" sldId="354"/>
        </pc:sldMkLst>
      </pc:sldChg>
      <pc:sldChg chg="addSp delSp modSp add mod modTransition">
        <pc:chgData name="Nguyễn Phúc Nhi" userId="ae5b6342-9334-4697-9957-aad583f7fe9e" providerId="ADAL" clId="{92171972-7046-44CE-B6AD-BED633F203B4}" dt="2024-12-12T13:56:23.471" v="4718"/>
        <pc:sldMkLst>
          <pc:docMk/>
          <pc:sldMk cId="622036275" sldId="355"/>
        </pc:sldMkLst>
        <pc:spChg chg="mod">
          <ac:chgData name="Nguyễn Phúc Nhi" userId="ae5b6342-9334-4697-9957-aad583f7fe9e" providerId="ADAL" clId="{92171972-7046-44CE-B6AD-BED633F203B4}" dt="2024-12-12T13:23:58.045" v="4023" actId="20577"/>
          <ac:spMkLst>
            <pc:docMk/>
            <pc:sldMk cId="622036275" sldId="355"/>
            <ac:spMk id="810" creationId="{2D352EA9-3323-73DC-B412-6F366E8E2635}"/>
          </ac:spMkLst>
        </pc:spChg>
        <pc:picChg chg="add mod">
          <ac:chgData name="Nguyễn Phúc Nhi" userId="ae5b6342-9334-4697-9957-aad583f7fe9e" providerId="ADAL" clId="{92171972-7046-44CE-B6AD-BED633F203B4}" dt="2024-12-12T13:11:26.836" v="3745" actId="1076"/>
          <ac:picMkLst>
            <pc:docMk/>
            <pc:sldMk cId="622036275" sldId="355"/>
            <ac:picMk id="58370" creationId="{301D3F82-D40C-C733-2DBD-FCDFD025F1AE}"/>
          </ac:picMkLst>
        </pc:picChg>
      </pc:sldChg>
      <pc:sldChg chg="modSp add mod modTransition">
        <pc:chgData name="Nguyễn Phúc Nhi" userId="ae5b6342-9334-4697-9957-aad583f7fe9e" providerId="ADAL" clId="{92171972-7046-44CE-B6AD-BED633F203B4}" dt="2024-12-12T13:56:23.471" v="4718"/>
        <pc:sldMkLst>
          <pc:docMk/>
          <pc:sldMk cId="2300959716" sldId="356"/>
        </pc:sldMkLst>
        <pc:spChg chg="mod">
          <ac:chgData name="Nguyễn Phúc Nhi" userId="ae5b6342-9334-4697-9957-aad583f7fe9e" providerId="ADAL" clId="{92171972-7046-44CE-B6AD-BED633F203B4}" dt="2024-12-12T13:32:02.484" v="4182" actId="20577"/>
          <ac:spMkLst>
            <pc:docMk/>
            <pc:sldMk cId="2300959716" sldId="356"/>
            <ac:spMk id="810" creationId="{BA2A6A46-EFB2-A3FF-0F4D-A16B268599E8}"/>
          </ac:spMkLst>
        </pc:spChg>
      </pc:sldChg>
      <pc:sldChg chg="modSp add mod modTransition">
        <pc:chgData name="Nguyễn Phúc Nhi" userId="ae5b6342-9334-4697-9957-aad583f7fe9e" providerId="ADAL" clId="{92171972-7046-44CE-B6AD-BED633F203B4}" dt="2024-12-12T13:56:23.471" v="4718"/>
        <pc:sldMkLst>
          <pc:docMk/>
          <pc:sldMk cId="2023738630" sldId="357"/>
        </pc:sldMkLst>
        <pc:spChg chg="mod">
          <ac:chgData name="Nguyễn Phúc Nhi" userId="ae5b6342-9334-4697-9957-aad583f7fe9e" providerId="ADAL" clId="{92171972-7046-44CE-B6AD-BED633F203B4}" dt="2024-12-12T13:33:18.915" v="4198" actId="14100"/>
          <ac:spMkLst>
            <pc:docMk/>
            <pc:sldMk cId="2023738630" sldId="357"/>
            <ac:spMk id="810" creationId="{43B76ACC-D8DF-3A34-F8BA-130EABE03398}"/>
          </ac:spMkLst>
        </pc:spChg>
      </pc:sldChg>
      <pc:sldChg chg="add modTransition">
        <pc:chgData name="Nguyễn Phúc Nhi" userId="ae5b6342-9334-4697-9957-aad583f7fe9e" providerId="ADAL" clId="{92171972-7046-44CE-B6AD-BED633F203B4}" dt="2024-12-12T13:56:23.471" v="4718"/>
        <pc:sldMkLst>
          <pc:docMk/>
          <pc:sldMk cId="2518087135" sldId="358"/>
        </pc:sldMkLst>
      </pc:sldChg>
      <pc:sldChg chg="modSp add mod modTransition">
        <pc:chgData name="Nguyễn Phúc Nhi" userId="ae5b6342-9334-4697-9957-aad583f7fe9e" providerId="ADAL" clId="{92171972-7046-44CE-B6AD-BED633F203B4}" dt="2024-12-12T13:56:23.471" v="4718"/>
        <pc:sldMkLst>
          <pc:docMk/>
          <pc:sldMk cId="1650528237" sldId="359"/>
        </pc:sldMkLst>
        <pc:spChg chg="mod">
          <ac:chgData name="Nguyễn Phúc Nhi" userId="ae5b6342-9334-4697-9957-aad583f7fe9e" providerId="ADAL" clId="{92171972-7046-44CE-B6AD-BED633F203B4}" dt="2024-12-12T13:34:55.819" v="4223" actId="12"/>
          <ac:spMkLst>
            <pc:docMk/>
            <pc:sldMk cId="1650528237" sldId="359"/>
            <ac:spMk id="810" creationId="{63255C93-1B73-B612-E133-477F97489ED8}"/>
          </ac:spMkLst>
        </pc:spChg>
      </pc:sldChg>
      <pc:sldChg chg="addSp delSp modSp add mod modTransition">
        <pc:chgData name="Nguyễn Phúc Nhi" userId="ae5b6342-9334-4697-9957-aad583f7fe9e" providerId="ADAL" clId="{92171972-7046-44CE-B6AD-BED633F203B4}" dt="2024-12-12T13:56:23.471" v="4718"/>
        <pc:sldMkLst>
          <pc:docMk/>
          <pc:sldMk cId="1452740926" sldId="360"/>
        </pc:sldMkLst>
        <pc:spChg chg="add mod">
          <ac:chgData name="Nguyễn Phúc Nhi" userId="ae5b6342-9334-4697-9957-aad583f7fe9e" providerId="ADAL" clId="{92171972-7046-44CE-B6AD-BED633F203B4}" dt="2024-12-12T13:40:03.095" v="4273" actId="20577"/>
          <ac:spMkLst>
            <pc:docMk/>
            <pc:sldMk cId="1452740926" sldId="360"/>
            <ac:spMk id="2" creationId="{6BF4311E-1BE1-A7AD-9876-8E6364CABCE0}"/>
          </ac:spMkLst>
        </pc:spChg>
        <pc:spChg chg="add mod">
          <ac:chgData name="Nguyễn Phúc Nhi" userId="ae5b6342-9334-4697-9957-aad583f7fe9e" providerId="ADAL" clId="{92171972-7046-44CE-B6AD-BED633F203B4}" dt="2024-12-12T13:40:49.668" v="4282" actId="113"/>
          <ac:spMkLst>
            <pc:docMk/>
            <pc:sldMk cId="1452740926" sldId="360"/>
            <ac:spMk id="3" creationId="{9B5F7E39-6806-C25B-2DD4-90A8F4464C03}"/>
          </ac:spMkLst>
        </pc:spChg>
        <pc:spChg chg="mod">
          <ac:chgData name="Nguyễn Phúc Nhi" userId="ae5b6342-9334-4697-9957-aad583f7fe9e" providerId="ADAL" clId="{92171972-7046-44CE-B6AD-BED633F203B4}" dt="2024-12-12T13:40:44.107" v="4281" actId="113"/>
          <ac:spMkLst>
            <pc:docMk/>
            <pc:sldMk cId="1452740926" sldId="360"/>
            <ac:spMk id="810" creationId="{BEDA18EC-31F5-EEEC-8768-D84844E8A00F}"/>
          </ac:spMkLst>
        </pc:spChg>
      </pc:sldChg>
      <pc:sldChg chg="add del">
        <pc:chgData name="Nguyễn Phúc Nhi" userId="ae5b6342-9334-4697-9957-aad583f7fe9e" providerId="ADAL" clId="{92171972-7046-44CE-B6AD-BED633F203B4}" dt="2024-12-12T13:39:09.893" v="4239" actId="47"/>
        <pc:sldMkLst>
          <pc:docMk/>
          <pc:sldMk cId="2751123349" sldId="361"/>
        </pc:sldMkLst>
      </pc:sldChg>
      <pc:sldChg chg="add del">
        <pc:chgData name="Nguyễn Phúc Nhi" userId="ae5b6342-9334-4697-9957-aad583f7fe9e" providerId="ADAL" clId="{92171972-7046-44CE-B6AD-BED633F203B4}" dt="2024-12-12T13:39:11.379" v="4240" actId="47"/>
        <pc:sldMkLst>
          <pc:docMk/>
          <pc:sldMk cId="191185730" sldId="362"/>
        </pc:sldMkLst>
      </pc:sldChg>
      <pc:sldChg chg="add del">
        <pc:chgData name="Nguyễn Phúc Nhi" userId="ae5b6342-9334-4697-9957-aad583f7fe9e" providerId="ADAL" clId="{92171972-7046-44CE-B6AD-BED633F203B4}" dt="2024-12-12T13:39:12.619" v="4241" actId="47"/>
        <pc:sldMkLst>
          <pc:docMk/>
          <pc:sldMk cId="3271872173" sldId="363"/>
        </pc:sldMkLst>
      </pc:sldChg>
      <pc:sldChg chg="add del">
        <pc:chgData name="Nguyễn Phúc Nhi" userId="ae5b6342-9334-4697-9957-aad583f7fe9e" providerId="ADAL" clId="{92171972-7046-44CE-B6AD-BED633F203B4}" dt="2024-12-12T13:39:16.630" v="4242" actId="47"/>
        <pc:sldMkLst>
          <pc:docMk/>
          <pc:sldMk cId="3084418752" sldId="364"/>
        </pc:sldMkLst>
      </pc:sldChg>
      <pc:sldChg chg="addSp delSp modSp add mod modTransition">
        <pc:chgData name="Nguyễn Phúc Nhi" userId="ae5b6342-9334-4697-9957-aad583f7fe9e" providerId="ADAL" clId="{92171972-7046-44CE-B6AD-BED633F203B4}" dt="2024-12-12T13:56:23.471" v="4718"/>
        <pc:sldMkLst>
          <pc:docMk/>
          <pc:sldMk cId="917272675" sldId="365"/>
        </pc:sldMkLst>
        <pc:picChg chg="add mod">
          <ac:chgData name="Nguyễn Phúc Nhi" userId="ae5b6342-9334-4697-9957-aad583f7fe9e" providerId="ADAL" clId="{92171972-7046-44CE-B6AD-BED633F203B4}" dt="2024-12-12T13:41:25.801" v="4294" actId="1076"/>
          <ac:picMkLst>
            <pc:docMk/>
            <pc:sldMk cId="917272675" sldId="365"/>
            <ac:picMk id="51202" creationId="{31B76222-21D6-B132-9E6B-DE49034B2BBC}"/>
          </ac:picMkLst>
        </pc:picChg>
      </pc:sldChg>
      <pc:sldChg chg="add del">
        <pc:chgData name="Nguyễn Phúc Nhi" userId="ae5b6342-9334-4697-9957-aad583f7fe9e" providerId="ADAL" clId="{92171972-7046-44CE-B6AD-BED633F203B4}" dt="2024-12-12T13:42:00.224" v="4295" actId="47"/>
        <pc:sldMkLst>
          <pc:docMk/>
          <pc:sldMk cId="1428755356" sldId="366"/>
        </pc:sldMkLst>
      </pc:sldChg>
      <pc:sldChg chg="modSp add del mod">
        <pc:chgData name="Nguyễn Phúc Nhi" userId="ae5b6342-9334-4697-9957-aad583f7fe9e" providerId="ADAL" clId="{92171972-7046-44CE-B6AD-BED633F203B4}" dt="2024-12-12T13:42:02.009" v="4296" actId="47"/>
        <pc:sldMkLst>
          <pc:docMk/>
          <pc:sldMk cId="2767688094" sldId="367"/>
        </pc:sldMkLst>
      </pc:sldChg>
      <pc:sldChg chg="add modTransition">
        <pc:chgData name="Nguyễn Phúc Nhi" userId="ae5b6342-9334-4697-9957-aad583f7fe9e" providerId="ADAL" clId="{92171972-7046-44CE-B6AD-BED633F203B4}" dt="2024-12-12T13:56:23.471" v="4718"/>
        <pc:sldMkLst>
          <pc:docMk/>
          <pc:sldMk cId="1060961137" sldId="368"/>
        </pc:sldMkLst>
      </pc:sldChg>
      <pc:sldChg chg="modSp add mod modTransition">
        <pc:chgData name="Nguyễn Phúc Nhi" userId="ae5b6342-9334-4697-9957-aad583f7fe9e" providerId="ADAL" clId="{92171972-7046-44CE-B6AD-BED633F203B4}" dt="2024-12-12T13:56:23.471" v="4718"/>
        <pc:sldMkLst>
          <pc:docMk/>
          <pc:sldMk cId="2467009422" sldId="369"/>
        </pc:sldMkLst>
        <pc:spChg chg="mod">
          <ac:chgData name="Nguyễn Phúc Nhi" userId="ae5b6342-9334-4697-9957-aad583f7fe9e" providerId="ADAL" clId="{92171972-7046-44CE-B6AD-BED633F203B4}" dt="2024-12-12T13:44:48.932" v="4337" actId="255"/>
          <ac:spMkLst>
            <pc:docMk/>
            <pc:sldMk cId="2467009422" sldId="369"/>
            <ac:spMk id="810" creationId="{F531C095-8485-0633-2D7C-CBB1A1429131}"/>
          </ac:spMkLst>
        </pc:spChg>
      </pc:sldChg>
      <pc:sldChg chg="delSp modSp add mod modTransition">
        <pc:chgData name="Nguyễn Phúc Nhi" userId="ae5b6342-9334-4697-9957-aad583f7fe9e" providerId="ADAL" clId="{92171972-7046-44CE-B6AD-BED633F203B4}" dt="2024-12-12T13:56:23.471" v="4718"/>
        <pc:sldMkLst>
          <pc:docMk/>
          <pc:sldMk cId="1317114748" sldId="370"/>
        </pc:sldMkLst>
        <pc:spChg chg="mod">
          <ac:chgData name="Nguyễn Phúc Nhi" userId="ae5b6342-9334-4697-9957-aad583f7fe9e" providerId="ADAL" clId="{92171972-7046-44CE-B6AD-BED633F203B4}" dt="2024-12-12T13:46:10.936" v="4361" actId="20577"/>
          <ac:spMkLst>
            <pc:docMk/>
            <pc:sldMk cId="1317114748" sldId="370"/>
            <ac:spMk id="810" creationId="{BBF9DD71-2120-F28A-51F1-26409221EE92}"/>
          </ac:spMkLst>
        </pc:spChg>
      </pc:sldChg>
      <pc:sldChg chg="add del">
        <pc:chgData name="Nguyễn Phúc Nhi" userId="ae5b6342-9334-4697-9957-aad583f7fe9e" providerId="ADAL" clId="{92171972-7046-44CE-B6AD-BED633F203B4}" dt="2024-12-12T13:46:30.009" v="4362" actId="47"/>
        <pc:sldMkLst>
          <pc:docMk/>
          <pc:sldMk cId="1761770279" sldId="371"/>
        </pc:sldMkLst>
      </pc:sldChg>
      <pc:sldChg chg="add del">
        <pc:chgData name="Nguyễn Phúc Nhi" userId="ae5b6342-9334-4697-9957-aad583f7fe9e" providerId="ADAL" clId="{92171972-7046-44CE-B6AD-BED633F203B4}" dt="2024-12-12T13:46:30.009" v="4362" actId="47"/>
        <pc:sldMkLst>
          <pc:docMk/>
          <pc:sldMk cId="3871687104" sldId="372"/>
        </pc:sldMkLst>
      </pc:sldChg>
      <pc:sldChg chg="add del">
        <pc:chgData name="Nguyễn Phúc Nhi" userId="ae5b6342-9334-4697-9957-aad583f7fe9e" providerId="ADAL" clId="{92171972-7046-44CE-B6AD-BED633F203B4}" dt="2024-12-12T13:46:30.009" v="4362" actId="47"/>
        <pc:sldMkLst>
          <pc:docMk/>
          <pc:sldMk cId="4059451705" sldId="373"/>
        </pc:sldMkLst>
      </pc:sldChg>
      <pc:sldChg chg="add del">
        <pc:chgData name="Nguyễn Phúc Nhi" userId="ae5b6342-9334-4697-9957-aad583f7fe9e" providerId="ADAL" clId="{92171972-7046-44CE-B6AD-BED633F203B4}" dt="2024-12-12T13:46:30.009" v="4362" actId="47"/>
        <pc:sldMkLst>
          <pc:docMk/>
          <pc:sldMk cId="1185958206" sldId="374"/>
        </pc:sldMkLst>
      </pc:sldChg>
      <pc:sldChg chg="add del">
        <pc:chgData name="Nguyễn Phúc Nhi" userId="ae5b6342-9334-4697-9957-aad583f7fe9e" providerId="ADAL" clId="{92171972-7046-44CE-B6AD-BED633F203B4}" dt="2024-12-12T13:46:30.009" v="4362" actId="47"/>
        <pc:sldMkLst>
          <pc:docMk/>
          <pc:sldMk cId="2647653531" sldId="375"/>
        </pc:sldMkLst>
      </pc:sldChg>
      <pc:sldChg chg="add del">
        <pc:chgData name="Nguyễn Phúc Nhi" userId="ae5b6342-9334-4697-9957-aad583f7fe9e" providerId="ADAL" clId="{92171972-7046-44CE-B6AD-BED633F203B4}" dt="2024-12-12T13:46:30.009" v="4362" actId="47"/>
        <pc:sldMkLst>
          <pc:docMk/>
          <pc:sldMk cId="2734381752" sldId="376"/>
        </pc:sldMkLst>
      </pc:sldChg>
      <pc:sldChg chg="add del">
        <pc:chgData name="Nguyễn Phúc Nhi" userId="ae5b6342-9334-4697-9957-aad583f7fe9e" providerId="ADAL" clId="{92171972-7046-44CE-B6AD-BED633F203B4}" dt="2024-12-12T13:46:30.009" v="4362" actId="47"/>
        <pc:sldMkLst>
          <pc:docMk/>
          <pc:sldMk cId="1360944720" sldId="377"/>
        </pc:sldMkLst>
      </pc:sldChg>
      <pc:sldChg chg="add modTransition">
        <pc:chgData name="Nguyễn Phúc Nhi" userId="ae5b6342-9334-4697-9957-aad583f7fe9e" providerId="ADAL" clId="{92171972-7046-44CE-B6AD-BED633F203B4}" dt="2024-12-12T13:56:23.471" v="4718"/>
        <pc:sldMkLst>
          <pc:docMk/>
          <pc:sldMk cId="490623391" sldId="378"/>
        </pc:sldMkLst>
      </pc:sldChg>
      <pc:sldChg chg="addSp delSp modSp add mod modTransition">
        <pc:chgData name="Nguyễn Phúc Nhi" userId="ae5b6342-9334-4697-9957-aad583f7fe9e" providerId="ADAL" clId="{92171972-7046-44CE-B6AD-BED633F203B4}" dt="2024-12-12T13:56:23.471" v="4718"/>
        <pc:sldMkLst>
          <pc:docMk/>
          <pc:sldMk cId="1861877302" sldId="379"/>
        </pc:sldMkLst>
        <pc:spChg chg="mod">
          <ac:chgData name="Nguyễn Phúc Nhi" userId="ae5b6342-9334-4697-9957-aad583f7fe9e" providerId="ADAL" clId="{92171972-7046-44CE-B6AD-BED633F203B4}" dt="2024-12-12T13:23:51.860" v="4019" actId="20577"/>
          <ac:spMkLst>
            <pc:docMk/>
            <pc:sldMk cId="1861877302" sldId="379"/>
            <ac:spMk id="810" creationId="{37146C80-88C7-A078-A98B-A916CDA9DC62}"/>
          </ac:spMkLst>
        </pc:spChg>
        <pc:picChg chg="add mod">
          <ac:chgData name="Nguyễn Phúc Nhi" userId="ae5b6342-9334-4697-9957-aad583f7fe9e" providerId="ADAL" clId="{92171972-7046-44CE-B6AD-BED633F203B4}" dt="2024-12-12T13:15:44.593" v="3856" actId="1076"/>
          <ac:picMkLst>
            <pc:docMk/>
            <pc:sldMk cId="1861877302" sldId="379"/>
            <ac:picMk id="63490" creationId="{4DD71130-78B1-671C-F2F0-8596BC615B73}"/>
          </ac:picMkLst>
        </pc:picChg>
        <pc:picChg chg="add mod">
          <ac:chgData name="Nguyễn Phúc Nhi" userId="ae5b6342-9334-4697-9957-aad583f7fe9e" providerId="ADAL" clId="{92171972-7046-44CE-B6AD-BED633F203B4}" dt="2024-12-12T13:17:58.066" v="3878" actId="1076"/>
          <ac:picMkLst>
            <pc:docMk/>
            <pc:sldMk cId="1861877302" sldId="379"/>
            <ac:picMk id="63492" creationId="{8322EE34-ADE7-CD2A-43CD-41A090F51285}"/>
          </ac:picMkLst>
        </pc:picChg>
      </pc:sldChg>
      <pc:sldChg chg="addSp delSp modSp add mod modTransition">
        <pc:chgData name="Nguyễn Phúc Nhi" userId="ae5b6342-9334-4697-9957-aad583f7fe9e" providerId="ADAL" clId="{92171972-7046-44CE-B6AD-BED633F203B4}" dt="2024-12-12T13:56:23.471" v="4718"/>
        <pc:sldMkLst>
          <pc:docMk/>
          <pc:sldMk cId="334983766" sldId="380"/>
        </pc:sldMkLst>
        <pc:spChg chg="mod">
          <ac:chgData name="Nguyễn Phúc Nhi" userId="ae5b6342-9334-4697-9957-aad583f7fe9e" providerId="ADAL" clId="{92171972-7046-44CE-B6AD-BED633F203B4}" dt="2024-12-12T13:23:47.732" v="4017" actId="20577"/>
          <ac:spMkLst>
            <pc:docMk/>
            <pc:sldMk cId="334983766" sldId="380"/>
            <ac:spMk id="810" creationId="{EA82E64A-1340-A699-7D36-F55915AFE8F0}"/>
          </ac:spMkLst>
        </pc:spChg>
        <pc:picChg chg="add mod">
          <ac:chgData name="Nguyễn Phúc Nhi" userId="ae5b6342-9334-4697-9957-aad583f7fe9e" providerId="ADAL" clId="{92171972-7046-44CE-B6AD-BED633F203B4}" dt="2024-12-12T13:19:25.912" v="3924" actId="1076"/>
          <ac:picMkLst>
            <pc:docMk/>
            <pc:sldMk cId="334983766" sldId="380"/>
            <ac:picMk id="62466" creationId="{26E8963F-539A-A922-994A-935DAE7AEB90}"/>
          </ac:picMkLst>
        </pc:picChg>
      </pc:sldChg>
      <pc:sldChg chg="addSp delSp modSp add mod modTransition">
        <pc:chgData name="Nguyễn Phúc Nhi" userId="ae5b6342-9334-4697-9957-aad583f7fe9e" providerId="ADAL" clId="{92171972-7046-44CE-B6AD-BED633F203B4}" dt="2024-12-12T13:56:23.471" v="4718"/>
        <pc:sldMkLst>
          <pc:docMk/>
          <pc:sldMk cId="2713940769" sldId="381"/>
        </pc:sldMkLst>
        <pc:spChg chg="mod">
          <ac:chgData name="Nguyễn Phúc Nhi" userId="ae5b6342-9334-4697-9957-aad583f7fe9e" providerId="ADAL" clId="{92171972-7046-44CE-B6AD-BED633F203B4}" dt="2024-12-12T13:24:03.496" v="4025" actId="20577"/>
          <ac:spMkLst>
            <pc:docMk/>
            <pc:sldMk cId="2713940769" sldId="381"/>
            <ac:spMk id="810" creationId="{7780C26F-4186-267F-4C92-36F5E057493A}"/>
          </ac:spMkLst>
        </pc:spChg>
        <pc:picChg chg="add mod">
          <ac:chgData name="Nguyễn Phúc Nhi" userId="ae5b6342-9334-4697-9957-aad583f7fe9e" providerId="ADAL" clId="{92171972-7046-44CE-B6AD-BED633F203B4}" dt="2024-12-12T13:21:17.790" v="3990" actId="1076"/>
          <ac:picMkLst>
            <pc:docMk/>
            <pc:sldMk cId="2713940769" sldId="381"/>
            <ac:picMk id="64514" creationId="{070DF916-70E6-6CF7-8C63-0591586536FE}"/>
          </ac:picMkLst>
        </pc:picChg>
      </pc:sldChg>
      <pc:sldChg chg="addSp delSp modSp add mod modTransition">
        <pc:chgData name="Nguyễn Phúc Nhi" userId="ae5b6342-9334-4697-9957-aad583f7fe9e" providerId="ADAL" clId="{92171972-7046-44CE-B6AD-BED633F203B4}" dt="2024-12-12T13:56:23.471" v="4718"/>
        <pc:sldMkLst>
          <pc:docMk/>
          <pc:sldMk cId="2495267368" sldId="382"/>
        </pc:sldMkLst>
        <pc:spChg chg="mod">
          <ac:chgData name="Nguyễn Phúc Nhi" userId="ae5b6342-9334-4697-9957-aad583f7fe9e" providerId="ADAL" clId="{92171972-7046-44CE-B6AD-BED633F203B4}" dt="2024-12-12T13:24:26.449" v="4042" actId="20577"/>
          <ac:spMkLst>
            <pc:docMk/>
            <pc:sldMk cId="2495267368" sldId="382"/>
            <ac:spMk id="810" creationId="{E5178511-F035-68CC-0054-C27F5E905B78}"/>
          </ac:spMkLst>
        </pc:spChg>
        <pc:picChg chg="add mod">
          <ac:chgData name="Nguyễn Phúc Nhi" userId="ae5b6342-9334-4697-9957-aad583f7fe9e" providerId="ADAL" clId="{92171972-7046-44CE-B6AD-BED633F203B4}" dt="2024-12-12T13:25:33.855" v="4060" actId="1076"/>
          <ac:picMkLst>
            <pc:docMk/>
            <pc:sldMk cId="2495267368" sldId="382"/>
            <ac:picMk id="65540" creationId="{87AB65A7-BACB-4317-994D-B09CC2F9519E}"/>
          </ac:picMkLst>
        </pc:picChg>
      </pc:sldChg>
      <pc:sldChg chg="addSp delSp modSp add mod modTransition">
        <pc:chgData name="Nguyễn Phúc Nhi" userId="ae5b6342-9334-4697-9957-aad583f7fe9e" providerId="ADAL" clId="{92171972-7046-44CE-B6AD-BED633F203B4}" dt="2024-12-12T13:56:23.471" v="4718"/>
        <pc:sldMkLst>
          <pc:docMk/>
          <pc:sldMk cId="2864300779" sldId="383"/>
        </pc:sldMkLst>
        <pc:spChg chg="mod">
          <ac:chgData name="Nguyễn Phúc Nhi" userId="ae5b6342-9334-4697-9957-aad583f7fe9e" providerId="ADAL" clId="{92171972-7046-44CE-B6AD-BED633F203B4}" dt="2024-12-12T13:24:55.981" v="4052" actId="113"/>
          <ac:spMkLst>
            <pc:docMk/>
            <pc:sldMk cId="2864300779" sldId="383"/>
            <ac:spMk id="810" creationId="{B2275D5B-5D05-3407-F93F-1F1AC2D97416}"/>
          </ac:spMkLst>
        </pc:spChg>
        <pc:picChg chg="add mod">
          <ac:chgData name="Nguyễn Phúc Nhi" userId="ae5b6342-9334-4697-9957-aad583f7fe9e" providerId="ADAL" clId="{92171972-7046-44CE-B6AD-BED633F203B4}" dt="2024-12-12T13:25:15.909" v="4059" actId="1076"/>
          <ac:picMkLst>
            <pc:docMk/>
            <pc:sldMk cId="2864300779" sldId="383"/>
            <ac:picMk id="66562" creationId="{85B5B642-15E9-F556-1EE3-363B336AED4A}"/>
          </ac:picMkLst>
        </pc:picChg>
      </pc:sldChg>
      <pc:sldChg chg="addSp modSp add mod modTransition">
        <pc:chgData name="Nguyễn Phúc Nhi" userId="ae5b6342-9334-4697-9957-aad583f7fe9e" providerId="ADAL" clId="{92171972-7046-44CE-B6AD-BED633F203B4}" dt="2024-12-12T13:56:23.471" v="4718"/>
        <pc:sldMkLst>
          <pc:docMk/>
          <pc:sldMk cId="3928445071" sldId="384"/>
        </pc:sldMkLst>
        <pc:spChg chg="mod">
          <ac:chgData name="Nguyễn Phúc Nhi" userId="ae5b6342-9334-4697-9957-aad583f7fe9e" providerId="ADAL" clId="{92171972-7046-44CE-B6AD-BED633F203B4}" dt="2024-12-12T13:49:06.970" v="4586" actId="14100"/>
          <ac:spMkLst>
            <pc:docMk/>
            <pc:sldMk cId="3928445071" sldId="384"/>
            <ac:spMk id="3" creationId="{7FEE9102-9CD1-ED3E-464E-BEAE9CFE5607}"/>
          </ac:spMkLst>
        </pc:spChg>
        <pc:spChg chg="mod">
          <ac:chgData name="Nguyễn Phúc Nhi" userId="ae5b6342-9334-4697-9957-aad583f7fe9e" providerId="ADAL" clId="{92171972-7046-44CE-B6AD-BED633F203B4}" dt="2024-12-12T13:48:45.773" v="4505" actId="20577"/>
          <ac:spMkLst>
            <pc:docMk/>
            <pc:sldMk cId="3928445071" sldId="384"/>
            <ac:spMk id="810" creationId="{52620304-1DB8-561B-4B5F-D85B16D04E5D}"/>
          </ac:spMkLst>
        </pc:spChg>
        <pc:picChg chg="add mod">
          <ac:chgData name="Nguyễn Phúc Nhi" userId="ae5b6342-9334-4697-9957-aad583f7fe9e" providerId="ADAL" clId="{92171972-7046-44CE-B6AD-BED633F203B4}" dt="2024-12-12T13:47:10.467" v="4370" actId="1076"/>
          <ac:picMkLst>
            <pc:docMk/>
            <pc:sldMk cId="3928445071" sldId="384"/>
            <ac:picMk id="67586" creationId="{1B704E5C-4D61-8EC9-7DFA-BB04588346C2}"/>
          </ac:picMkLst>
        </pc:picChg>
      </pc:sldChg>
      <pc:sldChg chg="addSp delSp modSp add del mod">
        <pc:chgData name="Nguyễn Phúc Nhi" userId="ae5b6342-9334-4697-9957-aad583f7fe9e" providerId="ADAL" clId="{92171972-7046-44CE-B6AD-BED633F203B4}" dt="2024-12-12T14:40:48.398" v="5099" actId="47"/>
        <pc:sldMkLst>
          <pc:docMk/>
          <pc:sldMk cId="3508356155" sldId="385"/>
        </pc:sldMkLst>
      </pc:sldChg>
      <pc:sldChg chg="addSp delSp modSp add mod">
        <pc:chgData name="Nguyễn Phúc Nhi" userId="ae5b6342-9334-4697-9957-aad583f7fe9e" providerId="ADAL" clId="{92171972-7046-44CE-B6AD-BED633F203B4}" dt="2024-12-12T14:40:43.256" v="5098" actId="478"/>
        <pc:sldMkLst>
          <pc:docMk/>
          <pc:sldMk cId="3575800367" sldId="386"/>
        </pc:sldMkLst>
        <pc:spChg chg="add mod">
          <ac:chgData name="Nguyễn Phúc Nhi" userId="ae5b6342-9334-4697-9957-aad583f7fe9e" providerId="ADAL" clId="{92171972-7046-44CE-B6AD-BED633F203B4}" dt="2024-12-12T14:40:31.371" v="5096"/>
          <ac:spMkLst>
            <pc:docMk/>
            <pc:sldMk cId="3575800367" sldId="386"/>
            <ac:spMk id="9" creationId="{8587484B-9AA3-FF73-3B93-26C8BB839867}"/>
          </ac:spMkLst>
        </pc:spChg>
      </pc:sldChg>
      <pc:sldMasterChg chg="addSp modSp modTransition delSldLayout modSldLayout">
        <pc:chgData name="Nguyễn Phúc Nhi" userId="ae5b6342-9334-4697-9957-aad583f7fe9e" providerId="ADAL" clId="{92171972-7046-44CE-B6AD-BED633F203B4}" dt="2024-12-12T14:39:53.704" v="5087" actId="47"/>
        <pc:sldMasterMkLst>
          <pc:docMk/>
          <pc:sldMasterMk cId="0" sldId="2147483672"/>
        </pc:sldMasterMkLst>
        <pc:spChg chg="add mod">
          <ac:chgData name="Nguyễn Phúc Nhi" userId="ae5b6342-9334-4697-9957-aad583f7fe9e" providerId="ADAL" clId="{92171972-7046-44CE-B6AD-BED633F203B4}" dt="2024-12-12T14:13:06.521" v="4812" actId="121"/>
          <ac:spMkLst>
            <pc:docMk/>
            <pc:sldMasterMk cId="0" sldId="2147483672"/>
            <ac:spMk id="2" creationId="{F866C8FD-277F-2DE1-C54E-74EB1D740038}"/>
          </ac:spMkLst>
        </pc:spChg>
        <pc:sldLayoutChg chg="addSp modSp mod modTransition">
          <pc:chgData name="Nguyễn Phúc Nhi" userId="ae5b6342-9334-4697-9957-aad583f7fe9e" providerId="ADAL" clId="{92171972-7046-44CE-B6AD-BED633F203B4}" dt="2024-12-12T14:15:45.437" v="4813" actId="1076"/>
          <pc:sldLayoutMkLst>
            <pc:docMk/>
            <pc:sldMasterMk cId="0" sldId="2147483672"/>
            <pc:sldLayoutMk cId="0" sldId="2147483648"/>
          </pc:sldLayoutMkLst>
          <pc:spChg chg="add mod">
            <ac:chgData name="Nguyễn Phúc Nhi" userId="ae5b6342-9334-4697-9957-aad583f7fe9e" providerId="ADAL" clId="{92171972-7046-44CE-B6AD-BED633F203B4}" dt="2024-12-12T14:15:45.437" v="4813" actId="1076"/>
            <ac:spMkLst>
              <pc:docMk/>
              <pc:sldMasterMk cId="0" sldId="2147483672"/>
              <pc:sldLayoutMk cId="0" sldId="2147483648"/>
              <ac:spMk id="2" creationId="{98D5802F-BEAD-3E30-5BC6-351742583831}"/>
            </ac:spMkLst>
          </pc:spChg>
        </pc:sldLayoutChg>
        <pc:sldLayoutChg chg="addSp delSp modSp mod modTransition">
          <pc:chgData name="Nguyễn Phúc Nhi" userId="ae5b6342-9334-4697-9957-aad583f7fe9e" providerId="ADAL" clId="{92171972-7046-44CE-B6AD-BED633F203B4}" dt="2024-12-12T14:15:55.312" v="4816"/>
          <pc:sldLayoutMkLst>
            <pc:docMk/>
            <pc:sldMasterMk cId="0" sldId="2147483672"/>
            <pc:sldLayoutMk cId="0" sldId="2147483649"/>
          </pc:sldLayoutMkLst>
          <pc:spChg chg="add mod">
            <ac:chgData name="Nguyễn Phúc Nhi" userId="ae5b6342-9334-4697-9957-aad583f7fe9e" providerId="ADAL" clId="{92171972-7046-44CE-B6AD-BED633F203B4}" dt="2024-12-12T14:15:55.312" v="4816"/>
            <ac:spMkLst>
              <pc:docMk/>
              <pc:sldMasterMk cId="0" sldId="2147483672"/>
              <pc:sldLayoutMk cId="0" sldId="2147483649"/>
              <ac:spMk id="3" creationId="{D7BD5058-C85F-00EE-3D08-DC327F6BEC00}"/>
            </ac:spMkLst>
          </pc:spChg>
        </pc:sldLayoutChg>
        <pc:sldLayoutChg chg="addSp delSp modSp mod modTransition">
          <pc:chgData name="Nguyễn Phúc Nhi" userId="ae5b6342-9334-4697-9957-aad583f7fe9e" providerId="ADAL" clId="{92171972-7046-44CE-B6AD-BED633F203B4}" dt="2024-12-12T14:16:01.631" v="4818"/>
          <pc:sldLayoutMkLst>
            <pc:docMk/>
            <pc:sldMasterMk cId="0" sldId="2147483672"/>
            <pc:sldLayoutMk cId="0" sldId="2147483650"/>
          </pc:sldLayoutMkLst>
          <pc:spChg chg="add mod">
            <ac:chgData name="Nguyễn Phúc Nhi" userId="ae5b6342-9334-4697-9957-aad583f7fe9e" providerId="ADAL" clId="{92171972-7046-44CE-B6AD-BED633F203B4}" dt="2024-12-12T14:16:01.631" v="4818"/>
            <ac:spMkLst>
              <pc:docMk/>
              <pc:sldMasterMk cId="0" sldId="2147483672"/>
              <pc:sldLayoutMk cId="0" sldId="2147483650"/>
              <ac:spMk id="3" creationId="{D114894E-F40A-BA4C-E892-52F7A2F729B4}"/>
            </ac:spMkLst>
          </pc:spChg>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51"/>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52"/>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53"/>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54"/>
          </pc:sldLayoutMkLst>
        </pc:sldLayoutChg>
        <pc:sldLayoutChg chg="addSp delSp modSp mod modTransition">
          <pc:chgData name="Nguyễn Phúc Nhi" userId="ae5b6342-9334-4697-9957-aad583f7fe9e" providerId="ADAL" clId="{92171972-7046-44CE-B6AD-BED633F203B4}" dt="2024-12-12T14:16:06.618" v="4820"/>
          <pc:sldLayoutMkLst>
            <pc:docMk/>
            <pc:sldMasterMk cId="0" sldId="2147483672"/>
            <pc:sldLayoutMk cId="0" sldId="2147483655"/>
          </pc:sldLayoutMkLst>
          <pc:spChg chg="add mod">
            <ac:chgData name="Nguyễn Phúc Nhi" userId="ae5b6342-9334-4697-9957-aad583f7fe9e" providerId="ADAL" clId="{92171972-7046-44CE-B6AD-BED633F203B4}" dt="2024-12-12T14:16:06.618" v="4820"/>
            <ac:spMkLst>
              <pc:docMk/>
              <pc:sldMasterMk cId="0" sldId="2147483672"/>
              <pc:sldLayoutMk cId="0" sldId="2147483655"/>
              <ac:spMk id="3" creationId="{9EE9BAD7-CBE8-8CD7-1038-E7CA0D920657}"/>
            </ac:spMkLst>
          </pc:spChg>
        </pc:sldLayoutChg>
        <pc:sldLayoutChg chg="addSp delSp modSp mod modTransition">
          <pc:chgData name="Nguyễn Phúc Nhi" userId="ae5b6342-9334-4697-9957-aad583f7fe9e" providerId="ADAL" clId="{92171972-7046-44CE-B6AD-BED633F203B4}" dt="2024-12-12T14:16:11.830" v="4822"/>
          <pc:sldLayoutMkLst>
            <pc:docMk/>
            <pc:sldMasterMk cId="0" sldId="2147483672"/>
            <pc:sldLayoutMk cId="0" sldId="2147483656"/>
          </pc:sldLayoutMkLst>
          <pc:spChg chg="add mod">
            <ac:chgData name="Nguyễn Phúc Nhi" userId="ae5b6342-9334-4697-9957-aad583f7fe9e" providerId="ADAL" clId="{92171972-7046-44CE-B6AD-BED633F203B4}" dt="2024-12-12T14:16:11.830" v="4822"/>
            <ac:spMkLst>
              <pc:docMk/>
              <pc:sldMasterMk cId="0" sldId="2147483672"/>
              <pc:sldLayoutMk cId="0" sldId="2147483656"/>
              <ac:spMk id="3" creationId="{201E90F1-CF47-8554-E0D9-24F9C435B10D}"/>
            </ac:spMkLst>
          </pc:spChg>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57"/>
          </pc:sldLayoutMkLst>
        </pc:sldLayoutChg>
        <pc:sldLayoutChg chg="addSp delSp modSp mod modTransition">
          <pc:chgData name="Nguyễn Phúc Nhi" userId="ae5b6342-9334-4697-9957-aad583f7fe9e" providerId="ADAL" clId="{92171972-7046-44CE-B6AD-BED633F203B4}" dt="2024-12-12T14:16:16.750" v="4824"/>
          <pc:sldLayoutMkLst>
            <pc:docMk/>
            <pc:sldMasterMk cId="0" sldId="2147483672"/>
            <pc:sldLayoutMk cId="0" sldId="2147483658"/>
          </pc:sldLayoutMkLst>
        </pc:sldLayoutChg>
        <pc:sldLayoutChg chg="addSp delSp modSp mod modTransition">
          <pc:chgData name="Nguyễn Phúc Nhi" userId="ae5b6342-9334-4697-9957-aad583f7fe9e" providerId="ADAL" clId="{92171972-7046-44CE-B6AD-BED633F203B4}" dt="2024-12-12T14:16:21.239" v="4826"/>
          <pc:sldLayoutMkLst>
            <pc:docMk/>
            <pc:sldMasterMk cId="0" sldId="2147483672"/>
            <pc:sldLayoutMk cId="0" sldId="2147483659"/>
          </pc:sldLayoutMkLst>
          <pc:spChg chg="add mod">
            <ac:chgData name="Nguyễn Phúc Nhi" userId="ae5b6342-9334-4697-9957-aad583f7fe9e" providerId="ADAL" clId="{92171972-7046-44CE-B6AD-BED633F203B4}" dt="2024-12-12T14:16:21.239" v="4826"/>
            <ac:spMkLst>
              <pc:docMk/>
              <pc:sldMasterMk cId="0" sldId="2147483672"/>
              <pc:sldLayoutMk cId="0" sldId="2147483659"/>
              <ac:spMk id="3" creationId="{46EC8762-953D-EA8E-5C59-232F9F3DD541}"/>
            </ac:spMkLst>
          </pc:spChg>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60"/>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61"/>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62"/>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63"/>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64"/>
          </pc:sldLayoutMkLst>
        </pc:sldLayoutChg>
        <pc:sldLayoutChg chg="del">
          <pc:chgData name="Nguyễn Phúc Nhi" userId="ae5b6342-9334-4697-9957-aad583f7fe9e" providerId="ADAL" clId="{92171972-7046-44CE-B6AD-BED633F203B4}" dt="2024-12-12T08:59:49.637" v="144" actId="47"/>
          <pc:sldLayoutMkLst>
            <pc:docMk/>
            <pc:sldMasterMk cId="0" sldId="2147483672"/>
            <pc:sldLayoutMk cId="0" sldId="2147483665"/>
          </pc:sldLayoutMkLst>
        </pc:sldLayoutChg>
        <pc:sldLayoutChg chg="del">
          <pc:chgData name="Nguyễn Phúc Nhi" userId="ae5b6342-9334-4697-9957-aad583f7fe9e" providerId="ADAL" clId="{92171972-7046-44CE-B6AD-BED633F203B4}" dt="2024-12-12T08:59:39.204" v="143" actId="47"/>
          <pc:sldLayoutMkLst>
            <pc:docMk/>
            <pc:sldMasterMk cId="0" sldId="2147483672"/>
            <pc:sldLayoutMk cId="0" sldId="2147483666"/>
          </pc:sldLayoutMkLst>
        </pc:sldLayoutChg>
        <pc:sldLayoutChg chg="addSp delSp modSp del mod modTransition">
          <pc:chgData name="Nguyễn Phúc Nhi" userId="ae5b6342-9334-4697-9957-aad583f7fe9e" providerId="ADAL" clId="{92171972-7046-44CE-B6AD-BED633F203B4}" dt="2024-12-12T14:39:53.704" v="5087" actId="47"/>
          <pc:sldLayoutMkLst>
            <pc:docMk/>
            <pc:sldMasterMk cId="0" sldId="2147483672"/>
            <pc:sldLayoutMk cId="0" sldId="2147483667"/>
          </pc:sldLayoutMkLst>
        </pc:sldLayoutChg>
        <pc:sldLayoutChg chg="addSp delSp modSp mod modTransition">
          <pc:chgData name="Nguyễn Phúc Nhi" userId="ae5b6342-9334-4697-9957-aad583f7fe9e" providerId="ADAL" clId="{92171972-7046-44CE-B6AD-BED633F203B4}" dt="2024-12-12T14:16:30.789" v="4830"/>
          <pc:sldLayoutMkLst>
            <pc:docMk/>
            <pc:sldMasterMk cId="0" sldId="2147483672"/>
            <pc:sldLayoutMk cId="0" sldId="2147483668"/>
          </pc:sldLayoutMkLst>
          <pc:spChg chg="add mod">
            <ac:chgData name="Nguyễn Phúc Nhi" userId="ae5b6342-9334-4697-9957-aad583f7fe9e" providerId="ADAL" clId="{92171972-7046-44CE-B6AD-BED633F203B4}" dt="2024-12-12T14:16:30.789" v="4830"/>
            <ac:spMkLst>
              <pc:docMk/>
              <pc:sldMasterMk cId="0" sldId="2147483672"/>
              <pc:sldLayoutMk cId="0" sldId="2147483668"/>
              <ac:spMk id="3" creationId="{214D9EA6-1B87-D8BB-56A0-6B6F269F0307}"/>
            </ac:spMkLst>
          </pc:spChg>
        </pc:sldLayoutChg>
        <pc:sldLayoutChg chg="addSp delSp modSp mod modTransition">
          <pc:chgData name="Nguyễn Phúc Nhi" userId="ae5b6342-9334-4697-9957-aad583f7fe9e" providerId="ADAL" clId="{92171972-7046-44CE-B6AD-BED633F203B4}" dt="2024-12-12T14:16:34.745" v="4832"/>
          <pc:sldLayoutMkLst>
            <pc:docMk/>
            <pc:sldMasterMk cId="0" sldId="2147483672"/>
            <pc:sldLayoutMk cId="0" sldId="2147483669"/>
          </pc:sldLayoutMkLst>
          <pc:spChg chg="add mod">
            <ac:chgData name="Nguyễn Phúc Nhi" userId="ae5b6342-9334-4697-9957-aad583f7fe9e" providerId="ADAL" clId="{92171972-7046-44CE-B6AD-BED633F203B4}" dt="2024-12-12T14:16:34.745" v="4832"/>
            <ac:spMkLst>
              <pc:docMk/>
              <pc:sldMasterMk cId="0" sldId="2147483672"/>
              <pc:sldLayoutMk cId="0" sldId="2147483669"/>
              <ac:spMk id="3" creationId="{12BB3998-1DE8-52FC-2D05-34D043832504}"/>
            </ac:spMkLst>
          </pc:spChg>
        </pc:sldLayoutChg>
      </pc:sldMasterChg>
      <pc:sldMasterChg chg="del delSldLayout">
        <pc:chgData name="Nguyễn Phúc Nhi" userId="ae5b6342-9334-4697-9957-aad583f7fe9e" providerId="ADAL" clId="{92171972-7046-44CE-B6AD-BED633F203B4}" dt="2024-12-12T08:57:13.865" v="121" actId="47"/>
        <pc:sldMasterMkLst>
          <pc:docMk/>
          <pc:sldMasterMk cId="0" sldId="2147483673"/>
        </pc:sldMasterMkLst>
        <pc:sldLayoutChg chg="del">
          <pc:chgData name="Nguyễn Phúc Nhi" userId="ae5b6342-9334-4697-9957-aad583f7fe9e" providerId="ADAL" clId="{92171972-7046-44CE-B6AD-BED633F203B4}" dt="2024-12-12T08:57:13.865" v="121" actId="47"/>
          <pc:sldLayoutMkLst>
            <pc:docMk/>
            <pc:sldMasterMk cId="0" sldId="2147483673"/>
            <pc:sldLayoutMk cId="0" sldId="2147483670"/>
          </pc:sldLayoutMkLst>
        </pc:sldLayoutChg>
        <pc:sldLayoutChg chg="del">
          <pc:chgData name="Nguyễn Phúc Nhi" userId="ae5b6342-9334-4697-9957-aad583f7fe9e" providerId="ADAL" clId="{92171972-7046-44CE-B6AD-BED633F203B4}" dt="2024-12-12T08:57:13.865" v="121" actId="47"/>
          <pc:sldLayoutMkLst>
            <pc:docMk/>
            <pc:sldMasterMk cId="0" sldId="2147483673"/>
            <pc:sldLayoutMk cId="0" sldId="2147483671"/>
          </pc:sldLayoutMkLst>
        </pc:sldLayoutChg>
      </pc:sldMasterChg>
      <pc:sldMasterChg chg="modSp new del mod addSldLayout delSldLayout">
        <pc:chgData name="Nguyễn Phúc Nhi" userId="ae5b6342-9334-4697-9957-aad583f7fe9e" providerId="ADAL" clId="{92171972-7046-44CE-B6AD-BED633F203B4}" dt="2024-12-12T14:07:02" v="4787" actId="6938"/>
        <pc:sldMasterMkLst>
          <pc:docMk/>
          <pc:sldMasterMk cId="3028081581" sldId="2147483673"/>
        </pc:sldMasterMkLst>
        <pc:sldLayoutChg chg="new del replId">
          <pc:chgData name="Nguyễn Phúc Nhi" userId="ae5b6342-9334-4697-9957-aad583f7fe9e" providerId="ADAL" clId="{92171972-7046-44CE-B6AD-BED633F203B4}" dt="2024-12-12T14:07:02" v="4787" actId="6938"/>
          <pc:sldLayoutMkLst>
            <pc:docMk/>
            <pc:sldMasterMk cId="3028081581" sldId="2147483673"/>
            <pc:sldLayoutMk cId="2336091827" sldId="2147483674"/>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340651604" sldId="2147483675"/>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2137771931" sldId="2147483676"/>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2650930630" sldId="2147483677"/>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465890489" sldId="2147483678"/>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1862266165" sldId="2147483679"/>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687452569" sldId="2147483680"/>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44331348" sldId="2147483681"/>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1437541213" sldId="2147483682"/>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713674985" sldId="2147483683"/>
          </pc:sldLayoutMkLst>
        </pc:sldLayoutChg>
        <pc:sldLayoutChg chg="new del replId">
          <pc:chgData name="Nguyễn Phúc Nhi" userId="ae5b6342-9334-4697-9957-aad583f7fe9e" providerId="ADAL" clId="{92171972-7046-44CE-B6AD-BED633F203B4}" dt="2024-12-12T14:07:02" v="4787" actId="6938"/>
          <pc:sldLayoutMkLst>
            <pc:docMk/>
            <pc:sldMasterMk cId="3028081581" sldId="2147483673"/>
            <pc:sldLayoutMk cId="597230516" sldId="2147483684"/>
          </pc:sldLayoutMkLst>
        </pc:sldLayoutChg>
      </pc:sldMasterChg>
      <pc:sldMasterChg chg="addSp modSp new del mod addSldLayout">
        <pc:chgData name="Nguyễn Phúc Nhi" userId="ae5b6342-9334-4697-9957-aad583f7fe9e" providerId="ADAL" clId="{92171972-7046-44CE-B6AD-BED633F203B4}" dt="2024-12-12T14:13:01.189" v="4811" actId="2696"/>
        <pc:sldMasterMkLst>
          <pc:docMk/>
          <pc:sldMasterMk cId="3812978840" sldId="2147483673"/>
        </pc:sldMasterMkLst>
        <pc:sldLayoutChg chg="new replId">
          <pc:chgData name="Nguyễn Phúc Nhi" userId="ae5b6342-9334-4697-9957-aad583f7fe9e" providerId="ADAL" clId="{92171972-7046-44CE-B6AD-BED633F203B4}" dt="2024-12-12T14:08:06.127" v="4788" actId="6938"/>
          <pc:sldLayoutMkLst>
            <pc:docMk/>
            <pc:sldMasterMk cId="3812978840" sldId="2147483673"/>
            <pc:sldLayoutMk cId="1210740078" sldId="2147483674"/>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1269691558" sldId="2147483675"/>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2837041340" sldId="2147483676"/>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3963070196" sldId="2147483677"/>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2815063746" sldId="2147483678"/>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2427620247" sldId="2147483679"/>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2322055113" sldId="2147483680"/>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4268272961" sldId="2147483681"/>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838395313" sldId="2147483682"/>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2991217728" sldId="2147483683"/>
          </pc:sldLayoutMkLst>
        </pc:sldLayoutChg>
        <pc:sldLayoutChg chg="new replId">
          <pc:chgData name="Nguyễn Phúc Nhi" userId="ae5b6342-9334-4697-9957-aad583f7fe9e" providerId="ADAL" clId="{92171972-7046-44CE-B6AD-BED633F203B4}" dt="2024-12-12T14:08:06.127" v="4788" actId="6938"/>
          <pc:sldLayoutMkLst>
            <pc:docMk/>
            <pc:sldMasterMk cId="3812978840" sldId="2147483673"/>
            <pc:sldLayoutMk cId="1994626984" sldId="214748368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dd0c7d16c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dd0c7d16c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A4A30D6E-89BB-4BAB-9DA7-0C578BE66263}"/>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F4FFE137-7285-3207-B3CF-3FAB259886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71E3273B-B5CA-9F8A-51B2-801C634CB8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5255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622A2E76-CFF0-8B95-121E-37083F8D2906}"/>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1397EA5A-FB64-FA36-AC44-A05B2237DB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89754061-6639-5E2A-817E-D7442B3132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7912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5841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86617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8162DCF3-04E2-35E2-5404-D8A228C5873D}"/>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2391C3FC-F64D-2427-474D-62012C3B91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D825E479-8A02-1E8B-0AA6-B84ECF9805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8652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B8B351B4-8C8D-71DD-F449-5C6FB6FB628A}"/>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757FF452-D4FB-B173-6AD3-56B600D68E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B1D8ACDD-AA46-7B32-9B45-E28F9E1CDD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7119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1eb9a103237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A0738C4-2003-7FFF-B762-93E79D6F5CBB}"/>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B45595B-518A-D1FD-C841-4B58CB0E5C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01668F44-48FE-5DF1-6B78-D6CBD32B5E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SELinux là gì?</a:t>
            </a:r>
          </a:p>
          <a:p>
            <a:r>
              <a:rPr lang="vi-VN" b="1" dirty="0"/>
              <a:t>SELinux (Security-Enhanced Linux)</a:t>
            </a:r>
            <a:r>
              <a:rPr lang="vi-VN" dirty="0"/>
              <a:t> là một hệ thống kiểm soát truy cập bắt buộc (Mandatory Access Control - MAC) được tích hợp vào nhân Linux nhằm tăng cường bảo mật. Nó được phát triển bởi Cơ quan An ninh Quốc gia Hoa Kỳ (NSA).</a:t>
            </a:r>
          </a:p>
          <a:p>
            <a:r>
              <a:rPr lang="vi-VN" b="1" dirty="0"/>
              <a:t>Đặc điểm của SELinux</a:t>
            </a:r>
          </a:p>
          <a:p>
            <a:pPr>
              <a:buFont typeface="+mj-lt"/>
              <a:buAutoNum type="arabicPeriod"/>
            </a:pPr>
            <a:r>
              <a:rPr lang="vi-VN" b="1" dirty="0"/>
              <a:t>Kiểm soát truy cập dựa trên chính sách:</a:t>
            </a:r>
            <a:endParaRPr lang="vi-VN" dirty="0"/>
          </a:p>
          <a:p>
            <a:pPr marL="742950" lvl="1" indent="-285750">
              <a:buFont typeface="+mj-lt"/>
              <a:buAutoNum type="arabicPeriod"/>
            </a:pPr>
            <a:r>
              <a:rPr lang="vi-VN" dirty="0"/>
              <a:t>SELinux thực thi các chính sách bảo mật chi tiết, quy định quyền truy cập của các ứng dụng, quy trình và người dùng vào các tài nguyên trên hệ thống.</a:t>
            </a:r>
          </a:p>
          <a:p>
            <a:pPr marL="742950" lvl="1" indent="-285750">
              <a:buFont typeface="+mj-lt"/>
              <a:buAutoNum type="arabicPeriod"/>
            </a:pPr>
            <a:r>
              <a:rPr lang="vi-VN" dirty="0"/>
              <a:t>Chính sách quy định rõ ai hoặc chương trình nào được phép làm gì trên tập tin, thư mục, cổng mạng hoặc thiết bị.</a:t>
            </a:r>
          </a:p>
          <a:p>
            <a:pPr>
              <a:buFont typeface="+mj-lt"/>
              <a:buAutoNum type="arabicPeriod"/>
            </a:pPr>
            <a:r>
              <a:rPr lang="vi-VN" b="1" dirty="0"/>
              <a:t>Kiểm soát truy cập bắt buộc (MAC):</a:t>
            </a:r>
            <a:endParaRPr lang="vi-VN" dirty="0"/>
          </a:p>
          <a:p>
            <a:pPr marL="742950" lvl="1" indent="-285750">
              <a:buFont typeface="+mj-lt"/>
              <a:buAutoNum type="arabicPeriod"/>
            </a:pPr>
            <a:r>
              <a:rPr lang="vi-VN" dirty="0"/>
              <a:t>Khác với kiểm soát truy cập tùy ý (Discretionary Access Control - DAC), nơi người dùng có toàn quyền kiểm soát tập tin mình sở hữu, SELinux áp dụng chính sách toàn hệ thống, không thể bị vượt qua bởi người dùng thông thường.</a:t>
            </a:r>
          </a:p>
          <a:p>
            <a:pPr>
              <a:buFont typeface="+mj-lt"/>
              <a:buAutoNum type="arabicPeriod"/>
            </a:pPr>
            <a:r>
              <a:rPr lang="vi-VN" b="1" dirty="0"/>
              <a:t>Cơ chế cách ly:</a:t>
            </a:r>
            <a:endParaRPr lang="vi-VN" dirty="0"/>
          </a:p>
          <a:p>
            <a:pPr marL="742950" lvl="1" indent="-285750">
              <a:buFont typeface="+mj-lt"/>
              <a:buAutoNum type="arabicPeriod"/>
            </a:pPr>
            <a:r>
              <a:rPr lang="vi-VN" dirty="0"/>
              <a:t>SELinux cô lập các tiến trình và dịch vụ, giảm thiểu thiệt hại nếu một dịch vụ bị xâm phạm.</a:t>
            </a:r>
          </a:p>
          <a:p>
            <a:r>
              <a:rPr lang="vi-VN" b="1" dirty="0"/>
              <a:t>Cách SELinux bảo vệ khóa trong Android Keystore</a:t>
            </a:r>
          </a:p>
          <a:p>
            <a:pPr>
              <a:buFont typeface="Arial" panose="020B0604020202020204" pitchFamily="34" charset="0"/>
              <a:buChar char="•"/>
            </a:pPr>
            <a:r>
              <a:rPr lang="vi-VN" b="1" dirty="0"/>
              <a:t>Lưu trữ khóa trong bộ nhớ hệ điều hành:</a:t>
            </a:r>
            <a:endParaRPr lang="vi-VN" dirty="0"/>
          </a:p>
          <a:p>
            <a:pPr marL="742950" lvl="1" indent="-285750">
              <a:buFont typeface="Arial" panose="020B0604020202020204" pitchFamily="34" charset="0"/>
              <a:buChar char="•"/>
            </a:pPr>
            <a:r>
              <a:rPr lang="vi-VN" dirty="0"/>
              <a:t>Nếu thiết bị không hỗ trợ phần cứng bảo mật, Android Keystore lưu khóa trong bộ nhớ do SELinux quản lý.</a:t>
            </a:r>
          </a:p>
          <a:p>
            <a:pPr marL="742950" lvl="1" indent="-285750">
              <a:buFont typeface="Arial" panose="020B0604020202020204" pitchFamily="34" charset="0"/>
              <a:buChar char="•"/>
            </a:pPr>
            <a:r>
              <a:rPr lang="vi-VN" dirty="0"/>
              <a:t>SELinux đảm bảo rằng chỉ những ứng dụng và quy trình được cấp quyền đặc biệt mới có thể truy cập vào các khu vực lưu trữ khóa.</a:t>
            </a:r>
          </a:p>
          <a:p>
            <a:pPr>
              <a:buFont typeface="Arial" panose="020B0604020202020204" pitchFamily="34" charset="0"/>
              <a:buChar char="•"/>
            </a:pPr>
            <a:r>
              <a:rPr lang="vi-VN" b="1" dirty="0"/>
              <a:t>Bảo vệ chống lại tấn công:</a:t>
            </a:r>
            <a:endParaRPr lang="vi-VN" dirty="0"/>
          </a:p>
          <a:p>
            <a:pPr marL="742950" lvl="1" indent="-285750">
              <a:buFont typeface="Arial" panose="020B0604020202020204" pitchFamily="34" charset="0"/>
              <a:buChar char="•"/>
            </a:pPr>
            <a:r>
              <a:rPr lang="vi-VN" dirty="0"/>
              <a:t>SELinux chặn các quy trình độc hại, kể cả khi thiết bị bị root, nếu chúng không tuân thủ chính sách bảo mật.</a:t>
            </a:r>
          </a:p>
          <a:p>
            <a:pPr marL="742950" lvl="1" indent="-285750">
              <a:buFont typeface="Arial" panose="020B0604020202020204" pitchFamily="34" charset="0"/>
              <a:buChar char="•"/>
            </a:pPr>
            <a:r>
              <a:rPr lang="vi-VN" dirty="0"/>
              <a:t>Ngay cả quản trị viên cũng không thể vượt qua chính sách SELinux.</a:t>
            </a:r>
          </a:p>
          <a:p>
            <a:r>
              <a:rPr lang="vi-VN" b="1" dirty="0"/>
              <a:t>Lợi ích của SELinux</a:t>
            </a:r>
          </a:p>
          <a:p>
            <a:pPr>
              <a:buFont typeface="+mj-lt"/>
              <a:buAutoNum type="arabicPeriod"/>
            </a:pPr>
            <a:r>
              <a:rPr lang="vi-VN" b="1" dirty="0"/>
              <a:t>Ngăn chặn tấn công leo thang đặc quyền</a:t>
            </a:r>
            <a:r>
              <a:rPr lang="vi-VN" dirty="0"/>
              <a:t>:</a:t>
            </a:r>
          </a:p>
          <a:p>
            <a:pPr marL="742950" lvl="1" indent="-285750">
              <a:buFont typeface="+mj-lt"/>
              <a:buAutoNum type="arabicPeriod"/>
            </a:pPr>
            <a:r>
              <a:rPr lang="vi-VN" dirty="0"/>
              <a:t>Một ứng dụng bị xâm nhập không thể truy cập các tài nguyên ngoài quyền hạn được cấp.</a:t>
            </a:r>
          </a:p>
          <a:p>
            <a:pPr>
              <a:buFont typeface="+mj-lt"/>
              <a:buAutoNum type="arabicPeriod"/>
            </a:pPr>
            <a:r>
              <a:rPr lang="vi-VN" b="1" dirty="0"/>
              <a:t>Bảo mật dữ liệu nhạy cảm</a:t>
            </a:r>
            <a:r>
              <a:rPr lang="vi-VN" dirty="0"/>
              <a:t>:</a:t>
            </a:r>
          </a:p>
          <a:p>
            <a:pPr marL="742950" lvl="1" indent="-285750">
              <a:buFont typeface="+mj-lt"/>
              <a:buAutoNum type="arabicPeriod"/>
            </a:pPr>
            <a:r>
              <a:rPr lang="vi-VN" dirty="0"/>
              <a:t>Các tài nguyên lưu trữ khóa, dữ liệu người dùng được cách ly hiệu quả.</a:t>
            </a:r>
          </a:p>
          <a:p>
            <a:pPr>
              <a:buFont typeface="+mj-lt"/>
              <a:buAutoNum type="arabicPeriod"/>
            </a:pPr>
            <a:r>
              <a:rPr lang="vi-VN" b="1" dirty="0"/>
              <a:t>Bảo vệ hệ thống:</a:t>
            </a:r>
            <a:endParaRPr lang="vi-VN" dirty="0"/>
          </a:p>
          <a:p>
            <a:pPr marL="742950" lvl="1" indent="-285750">
              <a:buFont typeface="+mj-lt"/>
              <a:buAutoNum type="arabicPeriod"/>
            </a:pPr>
            <a:r>
              <a:rPr lang="vi-VN" dirty="0"/>
              <a:t>Giảm thiểu thiệt hại từ các lỗ hổng bảo mật trong ứng dụng hoặc kernel.</a:t>
            </a:r>
          </a:p>
          <a:p>
            <a:r>
              <a:rPr lang="vi-VN" dirty="0"/>
              <a:t>SELinux là thành phần bảo mật quan trọng trên Android, đảm bảo rằng các khóa lưu trong Keystore được cách ly và an toàn ngay cả trong môi trường phần mềm.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26719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705FDC85-4AD4-82CF-E311-E431B03CBB83}"/>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5AC7A23D-C5F1-7289-7EAA-7157999F7D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58643970-1C17-6230-6958-FD60F36236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698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dd0c7d16c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D99F47D6-C797-517E-C379-FB03DCFA263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3D0A5298-AEE7-F5D9-F5D2-C2EF42B39D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66C53EAF-859B-83A3-9493-87DD63E75C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4688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C69D052F-C309-A4D0-74A5-C30559042DC4}"/>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550FDB27-CF7E-7B06-9706-6C1FE9FB7A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E730B9A8-9889-6E2F-02E1-3AD442D9FF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2261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0DA5CCB-0B4B-D3AF-B339-7310C5E3850C}"/>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13EF5EF-1061-44C5-16B7-C8C3B8889C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8C275D9F-CCB4-3754-AAE3-D875C8D2E1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0620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EF5FD411-3BD5-BB5A-A931-42A2252B65A9}"/>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2592BB18-CC50-1B5E-1E7A-6FEDB1B7CB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891DBC5C-83F6-4264-1D91-31586B4CA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4831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F4C9B17-488D-3D20-4CA6-E3749180C13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F0598E8A-E54E-0387-FF40-C9312C7ED6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7C1649B2-9CF6-E22A-0EE3-148FE0319B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4658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8255F06D-3299-13DC-0112-EBFDC34F860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DB52D754-0A16-CA12-58E6-04ED8C8BAA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A3B0F011-1D69-92DE-18D7-69448BAFD5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9662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B1881D7C-3632-A7D5-6F59-E3ADA184886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A0286C0-6C8B-C6ED-16B6-66589500E6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0B1F150D-0C77-0332-2F3E-E2074B2803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7833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B90C48CF-79AE-8D93-D3FC-83B0569B1C7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6C259AB3-BCFA-93CE-E277-B8D42E08E5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EB4A8990-CDA5-AC1F-F6F7-2FA5D933A8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0289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A962A0B9-00FE-8D0E-9617-E998749ED6F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BB0CB57-6DA5-5B17-2953-AE80356E64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CA7EA6E3-3CAC-88E9-D1B1-2870EC5C2F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3639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7DD3A38C-1B04-94F4-469E-C21F63E5A17A}"/>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F6C1C3B8-2B77-F47B-9997-D50A683A86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8101CCE1-A0F8-4DB2-5DEA-F7570F97B3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4514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20BC4A2D-35A8-B5F7-A15F-3E5B98294C13}"/>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113E18EF-021F-0DD3-D4BB-228D2EC022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38E34C3B-123B-8135-D233-29ACD8BAF4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9442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3225BEDF-62A9-6FCB-791C-7CF76EA16E47}"/>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66F6E4EC-B9EB-6D6E-CD70-8EB81B7273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12187CCB-C053-E517-D225-B113EB2686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6183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AF6F18D1-E201-7841-375D-56EA5FD8AAE2}"/>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0724FE88-C3ED-26F5-D302-F0D1804033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465BDC2B-8E21-66BA-9672-29270573A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14661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32BAB28-811E-CE6D-B8EE-FF39D84B517A}"/>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41D4F1B8-2F3E-221D-1B69-7289D5EECE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8C2B373B-B43C-0FD5-5B09-2EE87E0324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7293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712E680F-5FA8-C6E3-E0A8-9F2E280BFB99}"/>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EBB879DB-D09E-CB1E-E5A4-2266DCE32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026D680B-E377-24BD-82F9-1686E31720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472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773D7ED-4E42-D6BA-7C4E-F139BC538CBC}"/>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8AF5EF39-DA5A-BA56-EC74-CFD82EC908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12A90308-0224-690A-EACA-00FE3F04C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5234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E3A9D11-D343-B1DA-71CD-F1B0714F5B69}"/>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3CEFBC03-ADAD-296E-F8C9-41FDF0AAE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699DD092-7608-C990-BA6F-4CC29B2DC2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3058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0A55E412-2A2A-C5D0-1796-F8D23304DA7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CA3AD6DC-6183-173E-E015-6E44ED2F0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451B8246-D640-CCD7-4952-0B5817AE72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78196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1E82FC68-94EF-9CEE-0B33-823EC293B5A5}"/>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570598AB-711A-C5E8-7305-59C8FC4550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83BCD3F6-2FCC-1ED8-8A4E-0EDD0520D1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20529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97778449-DD9C-E48F-648D-7862EC80C2F6}"/>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C52ACE19-DC08-12DF-350E-FD2DACA0CF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885E9916-8466-DD48-C6D1-66D7222A75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72462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1966D286-1065-CE60-C57A-3096D0C6975F}"/>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E9E019E7-E13E-0BC9-6B28-A09B20211B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639BA18E-0DD9-F310-F2E9-C092A3EDEB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5475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C17FD1A3-8ED6-E2F8-556A-44D9CFC5F601}"/>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F17CF354-5ECB-71E4-AB36-63645040E9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64B29F06-84E0-3382-3A3C-0CE1F20776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15202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B44FCD75-A055-9391-A17F-320B7E15168B}"/>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4C1C30B4-47C3-F656-3C63-DC01C392AC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9BF17025-025B-EAED-252A-AC42B6854F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1874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1A03A869-259F-BEB7-A2F4-E0A6E456AB77}"/>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B0CCD3AC-75D5-786E-5AC6-ED9E13E652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71D25ED4-4676-3586-4C6A-D2BA8A960E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56352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E28B67BF-CB3E-EF15-E551-6B5D9A70C029}"/>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7EE4860-5CEE-44C7-D0AE-A513A11FEF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F970C55-D15E-8F53-6946-740810B129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16776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26639FDA-A6F9-51DE-2072-97CA30E2452B}"/>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EDD736CD-FBC7-3859-2745-422AAD37C2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28F8D323-3037-2EC9-8786-103BF2348B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86716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68EC8ADB-9301-C58B-3528-D68F657D1C26}"/>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1043021-8DBE-42F1-0FA4-77BB7EB69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5298DA30-B209-A1D0-4673-74615250EC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81993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EA074044-4344-8D0A-B772-647B0153972E}"/>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5688CC34-170F-0EE4-6063-2EF09AD96B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9BEBC1A8-EBC8-001C-DE83-92A5C353CF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5026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9817DC2F-FC3C-E320-77A2-7246CF5E7FC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CF41D861-3446-3143-D594-E81F8BD03C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7284D835-2B41-6EA1-7C1C-BD14C4FBC9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80283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E7C1A81D-52EF-78B6-B1A7-BF633F868E34}"/>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C6B5E82E-B5CB-6C9D-6F83-99187D4524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6119CB18-D914-9F40-BA56-67EE476C8E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0347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0817C664-7E15-838D-9629-0FB6EE88ACE7}"/>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0EB76CC-BA03-A927-F008-D305E913AF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9273EE74-318D-E855-AFC9-232E89FB7B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0678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911CE9B-B13C-8652-48CD-81248BB31A15}"/>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6D9C59DD-3B10-6358-80A3-40F518D5A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B7FD5E5-60AC-BBFB-8497-AAB89B5E2A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5977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A14A9F0C-207B-D440-29DC-34B92A2F593A}"/>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74AA2616-8F34-7466-05CA-0544C0CCA1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3AB3B2FE-0016-24E6-6FA7-B44857C888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03364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7C9ABA38-B926-4E77-1E9D-30AA08B165BF}"/>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02FD72BB-51F9-6AA9-8CA6-4C322F8D6A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11C729F9-76D0-CCF3-CA21-EC56F9E3B7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34502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7845A5F2-E43B-6544-AFCF-59E81A5FCE9E}"/>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DC1084A3-729B-A5AE-FDA0-3B76590699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7179B486-9385-56BB-F372-B917DB5A94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98743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9CD64345-97C5-65F3-0D83-C96CA5BCAB15}"/>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0D3F0B9F-001F-2364-DE8A-F1B93F264A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3EBBDEB3-8FCF-567C-54E7-C6654399D0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68436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C0402330-0FB6-AEAD-DB5A-4E5FB7B68C6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0F48EFC3-ED3D-CCB2-EB25-F083F7A4B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42228EC4-F9CC-B19B-67F3-0CA4DBA1A6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67610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FA98CAE-0A11-E8BC-11D3-827705E03C88}"/>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84A18BC5-A2A9-DDFD-B38C-42151083CD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EB3D11F6-D155-715E-E9A6-B571DD48B5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18872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D7F26EBF-2748-C488-8D2D-E3740365338D}"/>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0186A18E-02CB-C79D-2322-577EC72E8A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C6EB368A-A45C-A936-2E72-C1F7B4CB5B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61941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A73B28C7-8D18-A2C0-4504-D0D73B59D94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67D3FEEE-66FA-CBA1-4A3A-B8F1972ACB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DEF560F-FAAB-B81B-E10D-5D83E082C8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43929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D7B0598-11AF-D966-E7A5-4B697A923B0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312C4F08-9CB5-5F41-04E9-2DA88FB363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EC8BFBB5-B77F-5399-3118-8E40183DA1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57815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3DF3EA6B-7638-4325-8C9E-41DC8B4F472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DC40C21-A2DB-5871-7F01-A6446BEE91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E59B6C74-A063-9A26-129F-F3FE524923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1761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434DC286-B1A9-A0EF-A1E0-FF0AA0D39BD3}"/>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F505DE8E-6DD9-0593-DA6E-2C9F02060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F8FDEC24-5E1A-3233-33AC-0EC4AF6897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53118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A7C96DC2-5D64-5366-1C9C-5F0FB811BE82}"/>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DD3145B-40B4-AF62-DE80-CE2EEB046C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2037FF0B-F7E3-41BA-572C-BABE350FD8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59915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6AB90AD1-D634-66EA-638F-D10AF3236992}"/>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FBEB20A8-B4F1-8DD4-B675-DFE43B6055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9E068488-5C31-FDB9-BC66-78A4E23823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24144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DA16EC93-083D-9AD7-5F70-443CC3EBDF42}"/>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BF0CE11A-9491-63D3-8B37-F5E078CDFD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57FD5AA9-B0D9-60C7-689B-0FDD98DD24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16305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0C696C2D-EA8B-0C60-1D70-487C4AB97B7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E4532CDF-A89D-4913-365C-51A0478E5C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78A75D29-1037-6DC8-2890-2E0623D3BB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92012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DD841037-6620-A883-8FED-9994E2B8FEB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460BF26E-BAED-7967-B7A1-5C6D5AEA29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5D7F44A6-A7FF-B0E1-9E57-F4EDCD9B82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31160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221DEE74-E7D8-12C3-9AF5-FA9374D24FB2}"/>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BA3A8F3-2C0D-E769-5155-0F192AEA55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9027E852-8844-8AAD-B012-4DD5002370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36360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54F7EF1A-7F7C-30E5-318B-42E187D03F4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654B604A-092D-E8CC-163D-B0A5947124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49842F59-3F03-C686-68E2-F5152187FD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73268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C34022A6-8F2B-F294-424F-EB66B7E43738}"/>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DCCFED37-9D03-F2DB-72E4-B9688958B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57BF23B4-CD99-2ADE-623E-0D099D3295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82483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34123842-975B-8627-20F1-03FDF5DF7CD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6642CEDC-5B31-1D7C-8BFE-75D9C9E616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00F4F961-E9B0-32CD-EA91-BB4AC34B3F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82472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A764BA2F-A66A-A811-6977-DAB85E6AD54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CC878FFE-C286-1314-EF8E-A93E0E69BC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08401232-FBE1-A1E4-794D-79686D9912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00120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59FD43C8-0985-AF7B-901C-D0A9D1C80C3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CE4B5B2-9537-BFD2-0E10-529BFD687B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149BDD34-0958-4B9C-E37D-8E7CB7C324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4221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5A95487-1FFB-7E59-0667-FD1DB8D28DA9}"/>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0D1908E5-1659-D0E4-4377-36FD788903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92EB644B-CA8C-6DE7-0A10-84C8EA1460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00043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9D0D1A3-F548-FC04-816B-D20DE58FEA9E}"/>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4363684-6A21-8531-329F-4CE053E56C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9998BD31-FC99-F60A-9321-42ABD50A39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13999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9D9BBDF-84F4-2ED5-5B30-9F0E5269FEF7}"/>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7143237D-4531-77FD-EF8F-4A92C89F02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09724D68-0E88-B76C-1595-34FB1B0598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61983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7486EF9B-485C-0F99-6C1F-3D9B1E069F7F}"/>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A59CF307-750C-3B0E-198A-7ABA4F816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DB402C6F-5A15-A113-15A7-C6010699A8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84145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909B9418-D839-E825-AA25-563BCE108000}"/>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17F531E4-8C91-DDF3-59B5-8DE950C42D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B70780F4-1E42-97E4-EA9F-4F55681546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45449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5943E4E-DDF2-41F6-C8FB-AA7525165A0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806C9F36-983C-B0D1-8531-B984F0DB9B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B488371-2E36-2CD1-996B-EAC90323C7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69278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0F6A881E-51C7-962D-77D9-24610611934F}"/>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EF4124C-D64D-98AC-EC0A-4E5092B7BE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8D6FA60C-AFC5-427D-4059-A7B7CC783C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66610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0513EA46-814B-BDC7-1A0A-26ABF0EF319A}"/>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F9264E9C-E972-5539-7EC2-1F076BA4E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DD3AC810-213A-A94F-7748-B4E5E4EDDF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0507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6C19332B-D513-DC6B-5FEF-60CA6E0A62C4}"/>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118BE4F3-8189-D4EB-BEA4-F97A4C1D11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C9C6C7E-4A46-2D7B-58B5-69580B8982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11751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549FA870-F7E8-1B8F-C901-C49F45AFDF54}"/>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B208FE84-D0D9-1C31-2272-C196E0CE02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488F6E1B-CFD2-461F-C1CE-2D0EFFC74C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170283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916E8EB7-CD5D-8C06-E20A-D631C1AE2023}"/>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C19853AB-BD27-3AB6-A425-49FBAF6A3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43A29D4E-08F4-6A2F-ED2D-2C7351724D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80343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F9F7B25D-8BFF-6F29-23D8-80CB91392284}"/>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F984E555-3CA5-5480-B4DC-9170BE23D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ED9C009E-C90E-5AA8-DE82-778CD49E23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31294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B9E8C32D-5DFA-74A9-370A-86D653834A98}"/>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F36527B8-F283-29A5-BB36-22D7BB36DF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9840A42-82C9-0553-858E-1C96CF7C0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167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620D4A17-B741-7D87-68A2-B2D87537A168}"/>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E2F8E6B3-3E22-E35A-7CC9-74E0B35ABF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2BEEF6A7-746C-BFF1-D566-B7497753B6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245209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4369E75E-C82F-F057-4D90-98CCB2AE0B6A}"/>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90F3DAE9-E314-AD22-0BBE-3E44E0867C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DC7D75E4-F50C-E6A6-18A0-02F0015554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30137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42AF49BE-3A68-EC28-1CFC-3578A13B0A95}"/>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24673E16-540C-9E09-54E7-B45B545EE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838D6846-EBAF-528D-84B8-9641F295EF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816221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a:extLst>
            <a:ext uri="{FF2B5EF4-FFF2-40B4-BE49-F238E27FC236}">
              <a16:creationId xmlns:a16="http://schemas.microsoft.com/office/drawing/2014/main" id="{F8012095-254F-D13C-967F-C170CE3E8FB7}"/>
            </a:ext>
          </a:extLst>
        </p:cNvPr>
        <p:cNvGrpSpPr/>
        <p:nvPr/>
      </p:nvGrpSpPr>
      <p:grpSpPr>
        <a:xfrm>
          <a:off x="0" y="0"/>
          <a:ext cx="0" cy="0"/>
          <a:chOff x="0" y="0"/>
          <a:chExt cx="0" cy="0"/>
        </a:xfrm>
      </p:grpSpPr>
      <p:sp>
        <p:nvSpPr>
          <p:cNvPr id="806" name="Google Shape;806;g1eb9a103237_0_328:notes">
            <a:extLst>
              <a:ext uri="{FF2B5EF4-FFF2-40B4-BE49-F238E27FC236}">
                <a16:creationId xmlns:a16="http://schemas.microsoft.com/office/drawing/2014/main" id="{845934D8-B917-568E-5F16-0A0B50178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eb9a103237_0_328:notes">
            <a:extLst>
              <a:ext uri="{FF2B5EF4-FFF2-40B4-BE49-F238E27FC236}">
                <a16:creationId xmlns:a16="http://schemas.microsoft.com/office/drawing/2014/main" id="{FABB006B-4C1D-AAAD-6EDC-7F12AB9386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921831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622C9CE1-1C37-ADCA-42FC-362B5225018D}"/>
            </a:ext>
          </a:extLst>
        </p:cNvPr>
        <p:cNvGrpSpPr/>
        <p:nvPr/>
      </p:nvGrpSpPr>
      <p:grpSpPr>
        <a:xfrm>
          <a:off x="0" y="0"/>
          <a:ext cx="0" cy="0"/>
          <a:chOff x="0" y="0"/>
          <a:chExt cx="0" cy="0"/>
        </a:xfrm>
      </p:grpSpPr>
      <p:sp>
        <p:nvSpPr>
          <p:cNvPr id="227" name="Google Shape;227;gdd0c7d16c6_0_62:notes">
            <a:extLst>
              <a:ext uri="{FF2B5EF4-FFF2-40B4-BE49-F238E27FC236}">
                <a16:creationId xmlns:a16="http://schemas.microsoft.com/office/drawing/2014/main" id="{9EC1EC3C-2480-DD4A-2B73-A3EC4D531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d0c7d16c6_0_62:notes">
            <a:extLst>
              <a:ext uri="{FF2B5EF4-FFF2-40B4-BE49-F238E27FC236}">
                <a16:creationId xmlns:a16="http://schemas.microsoft.com/office/drawing/2014/main" id="{B9C2551A-488E-345A-813F-C16015EDE5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93053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97300" y="1386863"/>
            <a:ext cx="4042500" cy="2165400"/>
          </a:xfrm>
          <a:prstGeom prst="rect">
            <a:avLst/>
          </a:prstGeom>
        </p:spPr>
        <p:txBody>
          <a:bodyPr spcFirstLastPara="1" wrap="square" lIns="91425" tIns="91425" rIns="91425" bIns="91425" anchor="t" anchorCtr="0">
            <a:noAutofit/>
          </a:bodyPr>
          <a:lstStyle>
            <a:lvl1pPr lvl="0" rtl="0">
              <a:spcBef>
                <a:spcPts val="0"/>
              </a:spcBef>
              <a:spcAft>
                <a:spcPts val="0"/>
              </a:spcAft>
              <a:buSzPts val="8500"/>
              <a:buNone/>
              <a:defRPr sz="43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10" name="Google Shape;10;p2"/>
          <p:cNvSpPr txBox="1">
            <a:spLocks noGrp="1"/>
          </p:cNvSpPr>
          <p:nvPr>
            <p:ph type="subTitle" idx="1"/>
          </p:nvPr>
        </p:nvSpPr>
        <p:spPr>
          <a:xfrm>
            <a:off x="897300" y="3504188"/>
            <a:ext cx="4042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5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1" name="Google Shape;11;p2"/>
          <p:cNvSpPr>
            <a:spLocks noGrp="1"/>
          </p:cNvSpPr>
          <p:nvPr>
            <p:ph type="pic" idx="2"/>
          </p:nvPr>
        </p:nvSpPr>
        <p:spPr>
          <a:xfrm>
            <a:off x="5467651" y="704776"/>
            <a:ext cx="3733800" cy="3733800"/>
          </a:xfrm>
          <a:prstGeom prst="roundRect">
            <a:avLst>
              <a:gd name="adj" fmla="val 16667"/>
            </a:avLst>
          </a:prstGeom>
          <a:noFill/>
          <a:ln>
            <a:noFill/>
          </a:ln>
        </p:spPr>
      </p:sp>
      <p:pic>
        <p:nvPicPr>
          <p:cNvPr id="12" name="Google Shape;12;p2"/>
          <p:cNvPicPr preferRelativeResize="0"/>
          <p:nvPr/>
        </p:nvPicPr>
        <p:blipFill rotWithShape="1">
          <a:blip r:embed="rId2">
            <a:alphaModFix/>
          </a:blip>
          <a:srcRect t="22755" b="17953"/>
          <a:stretch/>
        </p:blipFill>
        <p:spPr>
          <a:xfrm>
            <a:off x="-1140975" y="4541250"/>
            <a:ext cx="6613074" cy="671375"/>
          </a:xfrm>
          <a:prstGeom prst="rect">
            <a:avLst/>
          </a:prstGeom>
          <a:noFill/>
          <a:ln>
            <a:noFill/>
          </a:ln>
        </p:spPr>
      </p:pic>
      <p:sp>
        <p:nvSpPr>
          <p:cNvPr id="2" name="Slide Number Placeholder 5">
            <a:extLst>
              <a:ext uri="{FF2B5EF4-FFF2-40B4-BE49-F238E27FC236}">
                <a16:creationId xmlns:a16="http://schemas.microsoft.com/office/drawing/2014/main" id="{98D5802F-BEAD-3E30-5BC6-351742583831}"/>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10575" y="1882125"/>
            <a:ext cx="4332900" cy="1551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0575" y="1012372"/>
            <a:ext cx="1223100" cy="9555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0000"/>
              <a:buNone/>
              <a:defRPr sz="6000">
                <a:solidFill>
                  <a:schemeClr val="accent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16" name="Google Shape;16;p3"/>
          <p:cNvSpPr txBox="1">
            <a:spLocks noGrp="1"/>
          </p:cNvSpPr>
          <p:nvPr>
            <p:ph type="subTitle" idx="1"/>
          </p:nvPr>
        </p:nvSpPr>
        <p:spPr>
          <a:xfrm>
            <a:off x="710575" y="3494375"/>
            <a:ext cx="4332900" cy="447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5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7" name="Google Shape;17;p3"/>
          <p:cNvSpPr>
            <a:spLocks noGrp="1"/>
          </p:cNvSpPr>
          <p:nvPr>
            <p:ph type="pic" idx="3"/>
          </p:nvPr>
        </p:nvSpPr>
        <p:spPr>
          <a:xfrm>
            <a:off x="5467651" y="704776"/>
            <a:ext cx="3733800" cy="3733800"/>
          </a:xfrm>
          <a:prstGeom prst="roundRect">
            <a:avLst>
              <a:gd name="adj" fmla="val 16667"/>
            </a:avLst>
          </a:prstGeom>
          <a:noFill/>
          <a:ln>
            <a:noFill/>
          </a:ln>
        </p:spPr>
      </p:sp>
      <p:pic>
        <p:nvPicPr>
          <p:cNvPr id="18" name="Google Shape;18;p3"/>
          <p:cNvPicPr preferRelativeResize="0"/>
          <p:nvPr/>
        </p:nvPicPr>
        <p:blipFill rotWithShape="1">
          <a:blip r:embed="rId2">
            <a:alphaModFix/>
          </a:blip>
          <a:srcRect t="22755" b="17953"/>
          <a:stretch/>
        </p:blipFill>
        <p:spPr>
          <a:xfrm>
            <a:off x="-1140975" y="4541250"/>
            <a:ext cx="6613074" cy="671375"/>
          </a:xfrm>
          <a:prstGeom prst="rect">
            <a:avLst/>
          </a:prstGeom>
          <a:noFill/>
          <a:ln>
            <a:noFill/>
          </a:ln>
        </p:spPr>
      </p:pic>
      <p:sp>
        <p:nvSpPr>
          <p:cNvPr id="3" name="Slide Number Placeholder 5">
            <a:extLst>
              <a:ext uri="{FF2B5EF4-FFF2-40B4-BE49-F238E27FC236}">
                <a16:creationId xmlns:a16="http://schemas.microsoft.com/office/drawing/2014/main" id="{D7BD5058-C85F-00EE-3D08-DC327F6BEC00}"/>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1" name="Google Shape;21;p4"/>
          <p:cNvSpPr txBox="1">
            <a:spLocks noGrp="1"/>
          </p:cNvSpPr>
          <p:nvPr>
            <p:ph type="body" idx="1"/>
          </p:nvPr>
        </p:nvSpPr>
        <p:spPr>
          <a:xfrm>
            <a:off x="720000" y="1203200"/>
            <a:ext cx="7704000" cy="32139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434343"/>
              </a:buClr>
              <a:buSzPts val="1200"/>
              <a:buChar char="●"/>
              <a:defRPr>
                <a:latin typeface="Figtree"/>
                <a:ea typeface="Figtree"/>
                <a:cs typeface="Figtree"/>
                <a:sym typeface="Figtree"/>
              </a:defRPr>
            </a:lvl1pPr>
            <a:lvl2pPr marL="914400" lvl="1" indent="-304800">
              <a:spcBef>
                <a:spcPts val="0"/>
              </a:spcBef>
              <a:spcAft>
                <a:spcPts val="0"/>
              </a:spcAft>
              <a:buClr>
                <a:srgbClr val="434343"/>
              </a:buClr>
              <a:buSzPts val="1200"/>
              <a:buFont typeface="Roboto Condensed Light"/>
              <a:buChar char="○"/>
              <a:defRPr/>
            </a:lvl2pPr>
            <a:lvl3pPr marL="1371600" lvl="2" indent="-304800">
              <a:spcBef>
                <a:spcPts val="0"/>
              </a:spcBef>
              <a:spcAft>
                <a:spcPts val="0"/>
              </a:spcAft>
              <a:buClr>
                <a:srgbClr val="434343"/>
              </a:buClr>
              <a:buSzPts val="1200"/>
              <a:buFont typeface="Roboto Condensed Light"/>
              <a:buChar char="■"/>
              <a:defRPr/>
            </a:lvl3pPr>
            <a:lvl4pPr marL="1828800" lvl="3" indent="-304800">
              <a:spcBef>
                <a:spcPts val="0"/>
              </a:spcBef>
              <a:spcAft>
                <a:spcPts val="0"/>
              </a:spcAft>
              <a:buClr>
                <a:srgbClr val="434343"/>
              </a:buClr>
              <a:buSzPts val="1200"/>
              <a:buFont typeface="Roboto Condensed Light"/>
              <a:buChar char="●"/>
              <a:defRPr/>
            </a:lvl4pPr>
            <a:lvl5pPr marL="2286000" lvl="4" indent="-304800">
              <a:spcBef>
                <a:spcPts val="0"/>
              </a:spcBef>
              <a:spcAft>
                <a:spcPts val="0"/>
              </a:spcAft>
              <a:buClr>
                <a:srgbClr val="434343"/>
              </a:buClr>
              <a:buSzPts val="1200"/>
              <a:buFont typeface="Roboto Condensed Light"/>
              <a:buChar char="○"/>
              <a:defRPr/>
            </a:lvl5pPr>
            <a:lvl6pPr marL="2743200" lvl="5" indent="-304800">
              <a:spcBef>
                <a:spcPts val="0"/>
              </a:spcBef>
              <a:spcAft>
                <a:spcPts val="0"/>
              </a:spcAft>
              <a:buClr>
                <a:srgbClr val="434343"/>
              </a:buClr>
              <a:buSzPts val="1200"/>
              <a:buFont typeface="Roboto Condensed Light"/>
              <a:buChar char="■"/>
              <a:defRPr/>
            </a:lvl6pPr>
            <a:lvl7pPr marL="3200400" lvl="6" indent="-304800">
              <a:spcBef>
                <a:spcPts val="0"/>
              </a:spcBef>
              <a:spcAft>
                <a:spcPts val="0"/>
              </a:spcAft>
              <a:buClr>
                <a:srgbClr val="434343"/>
              </a:buClr>
              <a:buSzPts val="1200"/>
              <a:buFont typeface="Roboto Condensed Light"/>
              <a:buChar char="●"/>
              <a:defRPr/>
            </a:lvl7pPr>
            <a:lvl8pPr marL="3657600" lvl="7" indent="-304800">
              <a:spcBef>
                <a:spcPts val="0"/>
              </a:spcBef>
              <a:spcAft>
                <a:spcPts val="0"/>
              </a:spcAft>
              <a:buClr>
                <a:srgbClr val="434343"/>
              </a:buClr>
              <a:buSzPts val="1200"/>
              <a:buFont typeface="Roboto Condensed Light"/>
              <a:buChar char="○"/>
              <a:defRPr/>
            </a:lvl8pPr>
            <a:lvl9pPr marL="4114800" lvl="8" indent="-304800">
              <a:spcBef>
                <a:spcPts val="0"/>
              </a:spcBef>
              <a:spcAft>
                <a:spcPts val="0"/>
              </a:spcAft>
              <a:buClr>
                <a:srgbClr val="434343"/>
              </a:buClr>
              <a:buSzPts val="1200"/>
              <a:buFont typeface="Roboto Condensed Light"/>
              <a:buChar char="■"/>
              <a:defRPr/>
            </a:lvl9pPr>
          </a:lstStyle>
          <a:p>
            <a:endParaRPr/>
          </a:p>
        </p:txBody>
      </p:sp>
      <p:grpSp>
        <p:nvGrpSpPr>
          <p:cNvPr id="22" name="Google Shape;22;p4"/>
          <p:cNvGrpSpPr/>
          <p:nvPr/>
        </p:nvGrpSpPr>
        <p:grpSpPr>
          <a:xfrm>
            <a:off x="-1283075" y="-1087950"/>
            <a:ext cx="11014624" cy="7707730"/>
            <a:chOff x="-1283075" y="-1087950"/>
            <a:chExt cx="11014624" cy="7707730"/>
          </a:xfrm>
        </p:grpSpPr>
        <p:sp>
          <p:nvSpPr>
            <p:cNvPr id="23" name="Google Shape;23;p4"/>
            <p:cNvSpPr/>
            <p:nvPr/>
          </p:nvSpPr>
          <p:spPr>
            <a:xfrm>
              <a:off x="-1283075" y="4076800"/>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4"/>
            <p:cNvSpPr/>
            <p:nvPr/>
          </p:nvSpPr>
          <p:spPr>
            <a:xfrm>
              <a:off x="-944413" y="3429918"/>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4"/>
            <p:cNvSpPr/>
            <p:nvPr/>
          </p:nvSpPr>
          <p:spPr>
            <a:xfrm>
              <a:off x="7858101" y="-1087950"/>
              <a:ext cx="1832636" cy="1819925"/>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4"/>
            <p:cNvSpPr/>
            <p:nvPr/>
          </p:nvSpPr>
          <p:spPr>
            <a:xfrm>
              <a:off x="8634779" y="-275397"/>
              <a:ext cx="1096770" cy="1089161"/>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Slide Number Placeholder 5">
            <a:extLst>
              <a:ext uri="{FF2B5EF4-FFF2-40B4-BE49-F238E27FC236}">
                <a16:creationId xmlns:a16="http://schemas.microsoft.com/office/drawing/2014/main" id="{D114894E-F40A-BA4C-E892-52F7A2F729B4}"/>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txBox="1">
            <a:spLocks noGrp="1"/>
          </p:cNvSpPr>
          <p:nvPr>
            <p:ph type="body" idx="1"/>
          </p:nvPr>
        </p:nvSpPr>
        <p:spPr>
          <a:xfrm>
            <a:off x="720000" y="1570575"/>
            <a:ext cx="4047000" cy="21861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rgbClr val="999999"/>
              </a:buClr>
              <a:buSzPts val="800"/>
              <a:buFont typeface="Open Sans"/>
              <a:buChar char="-"/>
              <a:defRPr/>
            </a:lvl1pPr>
            <a:lvl2pPr marL="914400" lvl="1" indent="-279400">
              <a:spcBef>
                <a:spcPts val="0"/>
              </a:spcBef>
              <a:spcAft>
                <a:spcPts val="0"/>
              </a:spcAft>
              <a:buClr>
                <a:srgbClr val="999999"/>
              </a:buClr>
              <a:buSzPts val="800"/>
              <a:buFont typeface="Open Sans"/>
              <a:buChar char="○"/>
              <a:defRPr/>
            </a:lvl2pPr>
            <a:lvl3pPr marL="1371600" lvl="2" indent="-279400">
              <a:spcBef>
                <a:spcPts val="0"/>
              </a:spcBef>
              <a:spcAft>
                <a:spcPts val="0"/>
              </a:spcAft>
              <a:buClr>
                <a:srgbClr val="999999"/>
              </a:buClr>
              <a:buSzPts val="800"/>
              <a:buFont typeface="Open Sans"/>
              <a:buChar char="■"/>
              <a:defRPr/>
            </a:lvl3pPr>
            <a:lvl4pPr marL="1828800" lvl="3" indent="-279400">
              <a:spcBef>
                <a:spcPts val="0"/>
              </a:spcBef>
              <a:spcAft>
                <a:spcPts val="0"/>
              </a:spcAft>
              <a:buClr>
                <a:srgbClr val="999999"/>
              </a:buClr>
              <a:buSzPts val="800"/>
              <a:buFont typeface="Open Sans"/>
              <a:buChar char="●"/>
              <a:defRPr/>
            </a:lvl4pPr>
            <a:lvl5pPr marL="2286000" lvl="4" indent="-304800">
              <a:spcBef>
                <a:spcPts val="0"/>
              </a:spcBef>
              <a:spcAft>
                <a:spcPts val="0"/>
              </a:spcAft>
              <a:buClr>
                <a:srgbClr val="999999"/>
              </a:buClr>
              <a:buSzPts val="1200"/>
              <a:buFont typeface="Open Sans"/>
              <a:buChar char="○"/>
              <a:defRPr/>
            </a:lvl5pPr>
            <a:lvl6pPr marL="2743200" lvl="5" indent="-304800">
              <a:spcBef>
                <a:spcPts val="0"/>
              </a:spcBef>
              <a:spcAft>
                <a:spcPts val="0"/>
              </a:spcAft>
              <a:buClr>
                <a:srgbClr val="999999"/>
              </a:buClr>
              <a:buSzPts val="1200"/>
              <a:buFont typeface="Open Sans"/>
              <a:buChar char="■"/>
              <a:defRPr/>
            </a:lvl6pPr>
            <a:lvl7pPr marL="3200400" lvl="6" indent="-273050">
              <a:spcBef>
                <a:spcPts val="0"/>
              </a:spcBef>
              <a:spcAft>
                <a:spcPts val="0"/>
              </a:spcAft>
              <a:buClr>
                <a:srgbClr val="999999"/>
              </a:buClr>
              <a:buSzPts val="700"/>
              <a:buFont typeface="Open Sans"/>
              <a:buChar char="●"/>
              <a:defRPr/>
            </a:lvl7pPr>
            <a:lvl8pPr marL="3657600" lvl="7" indent="-273050">
              <a:spcBef>
                <a:spcPts val="0"/>
              </a:spcBef>
              <a:spcAft>
                <a:spcPts val="0"/>
              </a:spcAft>
              <a:buClr>
                <a:srgbClr val="999999"/>
              </a:buClr>
              <a:buSzPts val="700"/>
              <a:buFont typeface="Open Sans"/>
              <a:buChar char="○"/>
              <a:defRPr/>
            </a:lvl8pPr>
            <a:lvl9pPr marL="4114800" lvl="8" indent="-266700">
              <a:spcBef>
                <a:spcPts val="0"/>
              </a:spcBef>
              <a:spcAft>
                <a:spcPts val="0"/>
              </a:spcAft>
              <a:buClr>
                <a:srgbClr val="999999"/>
              </a:buClr>
              <a:buSzPts val="600"/>
              <a:buFont typeface="Open Sans"/>
              <a:buChar char="■"/>
              <a:defRPr/>
            </a:lvl9pPr>
          </a:lstStyle>
          <a:p>
            <a:endParaRPr/>
          </a:p>
        </p:txBody>
      </p:sp>
      <p:sp>
        <p:nvSpPr>
          <p:cNvPr id="59" name="Google Shape;59;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0" name="Google Shape;60;p9"/>
          <p:cNvGrpSpPr/>
          <p:nvPr/>
        </p:nvGrpSpPr>
        <p:grpSpPr>
          <a:xfrm>
            <a:off x="-761924" y="-802200"/>
            <a:ext cx="11811193" cy="6058001"/>
            <a:chOff x="-761924" y="-802200"/>
            <a:chExt cx="11811193" cy="6058001"/>
          </a:xfrm>
        </p:grpSpPr>
        <p:sp>
          <p:nvSpPr>
            <p:cNvPr id="61" name="Google Shape;61;p9"/>
            <p:cNvSpPr/>
            <p:nvPr/>
          </p:nvSpPr>
          <p:spPr>
            <a:xfrm>
              <a:off x="8488550" y="2453338"/>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9"/>
            <p:cNvSpPr/>
            <p:nvPr/>
          </p:nvSpPr>
          <p:spPr>
            <a:xfrm>
              <a:off x="8580412" y="3733918"/>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9"/>
            <p:cNvSpPr/>
            <p:nvPr/>
          </p:nvSpPr>
          <p:spPr>
            <a:xfrm>
              <a:off x="-761924" y="-802200"/>
              <a:ext cx="1832636" cy="1819925"/>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9"/>
            <p:cNvSpPr/>
            <p:nvPr/>
          </p:nvSpPr>
          <p:spPr>
            <a:xfrm>
              <a:off x="-509471" y="445028"/>
              <a:ext cx="1096770" cy="1089161"/>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Slide Number Placeholder 5">
            <a:extLst>
              <a:ext uri="{FF2B5EF4-FFF2-40B4-BE49-F238E27FC236}">
                <a16:creationId xmlns:a16="http://schemas.microsoft.com/office/drawing/2014/main" id="{9EE9BAD7-CBE8-8CD7-1038-E7CA0D920657}"/>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
        <p:cNvGrpSpPr/>
        <p:nvPr/>
      </p:nvGrpSpPr>
      <p:grpSpPr>
        <a:xfrm>
          <a:off x="0" y="0"/>
          <a:ext cx="0" cy="0"/>
          <a:chOff x="0" y="0"/>
          <a:chExt cx="0" cy="0"/>
        </a:xfrm>
      </p:grpSpPr>
      <p:sp>
        <p:nvSpPr>
          <p:cNvPr id="66" name="Google Shape;66;p10"/>
          <p:cNvSpPr>
            <a:spLocks noGrp="1"/>
          </p:cNvSpPr>
          <p:nvPr>
            <p:ph type="pic" idx="2"/>
          </p:nvPr>
        </p:nvSpPr>
        <p:spPr>
          <a:xfrm>
            <a:off x="0" y="0"/>
            <a:ext cx="9144000" cy="5143500"/>
          </a:xfrm>
          <a:prstGeom prst="rect">
            <a:avLst/>
          </a:prstGeom>
          <a:noFill/>
          <a:ln>
            <a:noFill/>
          </a:ln>
        </p:spPr>
      </p:sp>
      <p:sp>
        <p:nvSpPr>
          <p:cNvPr id="67" name="Google Shape;67;p10"/>
          <p:cNvSpPr txBox="1">
            <a:spLocks noGrp="1"/>
          </p:cNvSpPr>
          <p:nvPr>
            <p:ph type="body" idx="1"/>
          </p:nvPr>
        </p:nvSpPr>
        <p:spPr>
          <a:xfrm>
            <a:off x="720000" y="3997375"/>
            <a:ext cx="7704000" cy="605100"/>
          </a:xfrm>
          <a:prstGeom prst="rect">
            <a:avLst/>
          </a:prstGeom>
          <a:solidFill>
            <a:schemeClr val="lt1"/>
          </a:solidFill>
          <a:ln>
            <a:noFill/>
          </a:ln>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200"/>
              <a:buFont typeface="Montserrat"/>
              <a:buNone/>
              <a:defRPr sz="3000" b="1">
                <a:solidFill>
                  <a:schemeClr val="dk1"/>
                </a:solidFill>
                <a:latin typeface="Montserrat"/>
                <a:ea typeface="Montserrat"/>
                <a:cs typeface="Montserrat"/>
                <a:sym typeface="Montserrat"/>
              </a:defRPr>
            </a:lvl1pPr>
          </a:lstStyle>
          <a:p>
            <a:endParaRPr/>
          </a:p>
        </p:txBody>
      </p:sp>
      <p:sp>
        <p:nvSpPr>
          <p:cNvPr id="3" name="Slide Number Placeholder 5">
            <a:extLst>
              <a:ext uri="{FF2B5EF4-FFF2-40B4-BE49-F238E27FC236}">
                <a16:creationId xmlns:a16="http://schemas.microsoft.com/office/drawing/2014/main" id="{201E90F1-CF47-8554-E0D9-24F9C435B10D}"/>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13"/>
          <p:cNvSpPr txBox="1">
            <a:spLocks noGrp="1"/>
          </p:cNvSpPr>
          <p:nvPr>
            <p:ph type="title" idx="2"/>
          </p:nvPr>
        </p:nvSpPr>
        <p:spPr>
          <a:xfrm>
            <a:off x="1719926" y="1316050"/>
            <a:ext cx="2414100" cy="775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7" name="Google Shape;77;p13"/>
          <p:cNvSpPr txBox="1">
            <a:spLocks noGrp="1"/>
          </p:cNvSpPr>
          <p:nvPr>
            <p:ph type="title" idx="3"/>
          </p:nvPr>
        </p:nvSpPr>
        <p:spPr>
          <a:xfrm>
            <a:off x="5463650" y="1316050"/>
            <a:ext cx="2414100" cy="775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8" name="Google Shape;78;p13"/>
          <p:cNvSpPr txBox="1">
            <a:spLocks noGrp="1"/>
          </p:cNvSpPr>
          <p:nvPr>
            <p:ph type="subTitle" idx="1"/>
          </p:nvPr>
        </p:nvSpPr>
        <p:spPr>
          <a:xfrm>
            <a:off x="1719927" y="2091850"/>
            <a:ext cx="2414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9" name="Google Shape;79;p13"/>
          <p:cNvSpPr txBox="1">
            <a:spLocks noGrp="1"/>
          </p:cNvSpPr>
          <p:nvPr>
            <p:ph type="subTitle" idx="4"/>
          </p:nvPr>
        </p:nvSpPr>
        <p:spPr>
          <a:xfrm>
            <a:off x="5463652" y="2091850"/>
            <a:ext cx="2414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0" name="Google Shape;80;p13"/>
          <p:cNvSpPr txBox="1">
            <a:spLocks noGrp="1"/>
          </p:cNvSpPr>
          <p:nvPr>
            <p:ph type="title" idx="5"/>
          </p:nvPr>
        </p:nvSpPr>
        <p:spPr>
          <a:xfrm>
            <a:off x="1719926" y="2840550"/>
            <a:ext cx="2414100" cy="775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1" name="Google Shape;81;p13"/>
          <p:cNvSpPr txBox="1">
            <a:spLocks noGrp="1"/>
          </p:cNvSpPr>
          <p:nvPr>
            <p:ph type="title" idx="6"/>
          </p:nvPr>
        </p:nvSpPr>
        <p:spPr>
          <a:xfrm>
            <a:off x="5463650" y="2840550"/>
            <a:ext cx="2414100" cy="775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2" name="Google Shape;82;p13"/>
          <p:cNvSpPr txBox="1">
            <a:spLocks noGrp="1"/>
          </p:cNvSpPr>
          <p:nvPr>
            <p:ph type="subTitle" idx="7"/>
          </p:nvPr>
        </p:nvSpPr>
        <p:spPr>
          <a:xfrm>
            <a:off x="1719954" y="3616350"/>
            <a:ext cx="2414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3" name="Google Shape;83;p13"/>
          <p:cNvSpPr txBox="1">
            <a:spLocks noGrp="1"/>
          </p:cNvSpPr>
          <p:nvPr>
            <p:ph type="subTitle" idx="8"/>
          </p:nvPr>
        </p:nvSpPr>
        <p:spPr>
          <a:xfrm>
            <a:off x="5463656" y="3616350"/>
            <a:ext cx="2414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4" name="Google Shape;84;p13"/>
          <p:cNvSpPr txBox="1">
            <a:spLocks noGrp="1"/>
          </p:cNvSpPr>
          <p:nvPr>
            <p:ph type="title" idx="9" hasCustomPrompt="1"/>
          </p:nvPr>
        </p:nvSpPr>
        <p:spPr>
          <a:xfrm>
            <a:off x="752100" y="1387600"/>
            <a:ext cx="775800" cy="632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85" name="Google Shape;85;p13"/>
          <p:cNvSpPr txBox="1">
            <a:spLocks noGrp="1"/>
          </p:cNvSpPr>
          <p:nvPr>
            <p:ph type="title" idx="13" hasCustomPrompt="1"/>
          </p:nvPr>
        </p:nvSpPr>
        <p:spPr>
          <a:xfrm>
            <a:off x="752110" y="2913000"/>
            <a:ext cx="775800" cy="630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86" name="Google Shape;86;p13"/>
          <p:cNvSpPr txBox="1">
            <a:spLocks noGrp="1"/>
          </p:cNvSpPr>
          <p:nvPr>
            <p:ph type="title" idx="14" hasCustomPrompt="1"/>
          </p:nvPr>
        </p:nvSpPr>
        <p:spPr>
          <a:xfrm>
            <a:off x="4495960" y="1388500"/>
            <a:ext cx="775800" cy="630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87" name="Google Shape;87;p13"/>
          <p:cNvSpPr txBox="1">
            <a:spLocks noGrp="1"/>
          </p:cNvSpPr>
          <p:nvPr>
            <p:ph type="title" idx="15" hasCustomPrompt="1"/>
          </p:nvPr>
        </p:nvSpPr>
        <p:spPr>
          <a:xfrm>
            <a:off x="4495960" y="2913000"/>
            <a:ext cx="775800" cy="630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grpSp>
        <p:nvGrpSpPr>
          <p:cNvPr id="88" name="Google Shape;88;p13"/>
          <p:cNvGrpSpPr/>
          <p:nvPr/>
        </p:nvGrpSpPr>
        <p:grpSpPr>
          <a:xfrm>
            <a:off x="-1242263" y="-802200"/>
            <a:ext cx="11249050" cy="7534230"/>
            <a:chOff x="-1242263" y="-802200"/>
            <a:chExt cx="11249050" cy="7534230"/>
          </a:xfrm>
        </p:grpSpPr>
        <p:sp>
          <p:nvSpPr>
            <p:cNvPr id="89" name="Google Shape;89;p13"/>
            <p:cNvSpPr/>
            <p:nvPr/>
          </p:nvSpPr>
          <p:spPr>
            <a:xfrm>
              <a:off x="-1032825" y="4189050"/>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13"/>
            <p:cNvSpPr/>
            <p:nvPr/>
          </p:nvSpPr>
          <p:spPr>
            <a:xfrm>
              <a:off x="-1242263" y="3552418"/>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13"/>
            <p:cNvSpPr/>
            <p:nvPr/>
          </p:nvSpPr>
          <p:spPr>
            <a:xfrm>
              <a:off x="8174151" y="-802200"/>
              <a:ext cx="1832636" cy="1819925"/>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13"/>
            <p:cNvSpPr/>
            <p:nvPr/>
          </p:nvSpPr>
          <p:spPr>
            <a:xfrm>
              <a:off x="7706079" y="-644147"/>
              <a:ext cx="1096770" cy="1089161"/>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Slide Number Placeholder 5">
            <a:extLst>
              <a:ext uri="{FF2B5EF4-FFF2-40B4-BE49-F238E27FC236}">
                <a16:creationId xmlns:a16="http://schemas.microsoft.com/office/drawing/2014/main" id="{46EC8762-953D-EA8E-5C59-232F9F3DD541}"/>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173"/>
        <p:cNvGrpSpPr/>
        <p:nvPr/>
      </p:nvGrpSpPr>
      <p:grpSpPr>
        <a:xfrm>
          <a:off x="0" y="0"/>
          <a:ext cx="0" cy="0"/>
          <a:chOff x="0" y="0"/>
          <a:chExt cx="0" cy="0"/>
        </a:xfrm>
      </p:grpSpPr>
      <p:grpSp>
        <p:nvGrpSpPr>
          <p:cNvPr id="174" name="Google Shape;174;p22"/>
          <p:cNvGrpSpPr/>
          <p:nvPr/>
        </p:nvGrpSpPr>
        <p:grpSpPr>
          <a:xfrm>
            <a:off x="-1283075" y="-1087950"/>
            <a:ext cx="11014624" cy="7707730"/>
            <a:chOff x="-1283075" y="-1087950"/>
            <a:chExt cx="11014624" cy="7707730"/>
          </a:xfrm>
        </p:grpSpPr>
        <p:sp>
          <p:nvSpPr>
            <p:cNvPr id="175" name="Google Shape;175;p22"/>
            <p:cNvSpPr/>
            <p:nvPr/>
          </p:nvSpPr>
          <p:spPr>
            <a:xfrm>
              <a:off x="-1283075" y="4076800"/>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22"/>
            <p:cNvSpPr/>
            <p:nvPr/>
          </p:nvSpPr>
          <p:spPr>
            <a:xfrm>
              <a:off x="-944413" y="3429918"/>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22"/>
            <p:cNvSpPr/>
            <p:nvPr/>
          </p:nvSpPr>
          <p:spPr>
            <a:xfrm>
              <a:off x="7858101" y="-1087950"/>
              <a:ext cx="1832636" cy="1819925"/>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22"/>
            <p:cNvSpPr/>
            <p:nvPr/>
          </p:nvSpPr>
          <p:spPr>
            <a:xfrm>
              <a:off x="8634779" y="-275397"/>
              <a:ext cx="1096770" cy="1089161"/>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Slide Number Placeholder 5">
            <a:extLst>
              <a:ext uri="{FF2B5EF4-FFF2-40B4-BE49-F238E27FC236}">
                <a16:creationId xmlns:a16="http://schemas.microsoft.com/office/drawing/2014/main" id="{214D9EA6-1B87-D8BB-56A0-6B6F269F0307}"/>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179"/>
        <p:cNvGrpSpPr/>
        <p:nvPr/>
      </p:nvGrpSpPr>
      <p:grpSpPr>
        <a:xfrm>
          <a:off x="0" y="0"/>
          <a:ext cx="0" cy="0"/>
          <a:chOff x="0" y="0"/>
          <a:chExt cx="0" cy="0"/>
        </a:xfrm>
      </p:grpSpPr>
      <p:grpSp>
        <p:nvGrpSpPr>
          <p:cNvPr id="180" name="Google Shape;180;p23"/>
          <p:cNvGrpSpPr/>
          <p:nvPr/>
        </p:nvGrpSpPr>
        <p:grpSpPr>
          <a:xfrm>
            <a:off x="-1222249" y="-327997"/>
            <a:ext cx="11995218" cy="6648477"/>
            <a:chOff x="-1222249" y="-327997"/>
            <a:chExt cx="11995218" cy="6648477"/>
          </a:xfrm>
        </p:grpSpPr>
        <p:sp>
          <p:nvSpPr>
            <p:cNvPr id="181" name="Google Shape;181;p23"/>
            <p:cNvSpPr/>
            <p:nvPr/>
          </p:nvSpPr>
          <p:spPr>
            <a:xfrm>
              <a:off x="8212250" y="3777500"/>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23"/>
            <p:cNvSpPr/>
            <p:nvPr/>
          </p:nvSpPr>
          <p:spPr>
            <a:xfrm>
              <a:off x="7569112" y="4668293"/>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FFFFFF">
                <a:alpha val="490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23"/>
            <p:cNvSpPr/>
            <p:nvPr/>
          </p:nvSpPr>
          <p:spPr>
            <a:xfrm>
              <a:off x="-1222249" y="-285875"/>
              <a:ext cx="1832636" cy="1819925"/>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23"/>
            <p:cNvSpPr/>
            <p:nvPr/>
          </p:nvSpPr>
          <p:spPr>
            <a:xfrm>
              <a:off x="-376771" y="-327997"/>
              <a:ext cx="1096770" cy="1089161"/>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FFFFFF">
                <a:alpha val="490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Slide Number Placeholder 5">
            <a:extLst>
              <a:ext uri="{FF2B5EF4-FFF2-40B4-BE49-F238E27FC236}">
                <a16:creationId xmlns:a16="http://schemas.microsoft.com/office/drawing/2014/main" id="{12BB3998-1DE8-52FC-2D05-34D043832504}"/>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3"/>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5C9D70E-9908-C727-D968-BA6B10ABC0D0}"/>
              </a:ext>
            </a:extLst>
          </p:cNvPr>
          <p:cNvSpPr>
            <a:spLocks noGrp="1"/>
          </p:cNvSpPr>
          <p:nvPr>
            <p:ph type="sldNum" sz="quarter" idx="12"/>
          </p:nvPr>
        </p:nvSpPr>
        <p:spPr>
          <a:xfrm>
            <a:off x="6960870" y="4739618"/>
            <a:ext cx="2057400" cy="274637"/>
          </a:xfrm>
          <a:prstGeom prst="rect">
            <a:avLst/>
          </a:prstGeom>
        </p:spPr>
        <p:txBody>
          <a:bodyPr/>
          <a:lstStyle/>
          <a:p>
            <a:fld id="{CF8920F0-685D-4D8A-A9EF-3EE1A60245BD}" type="slidenum">
              <a:rPr lang="en-US" smtClean="0"/>
              <a:t>‹#›</a:t>
            </a:fld>
            <a:endParaRPr lang="en-US"/>
          </a:p>
        </p:txBody>
      </p:sp>
    </p:spTree>
    <p:extLst>
      <p:ext uri="{BB962C8B-B14F-4D97-AF65-F5344CB8AC3E}">
        <p14:creationId xmlns:p14="http://schemas.microsoft.com/office/powerpoint/2010/main" val="238964624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50"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1pPr>
            <a:lvl2pPr lvl="1">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1pPr>
            <a:lvl2pPr marL="914400" lvl="1"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2pPr>
            <a:lvl3pPr marL="1371600" lvl="2"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3pPr>
            <a:lvl4pPr marL="1828800" lvl="3"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4pPr>
            <a:lvl5pPr marL="2286000" lvl="4"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5pPr>
            <a:lvl6pPr marL="2743200" lvl="5"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6pPr>
            <a:lvl7pPr marL="3200400" lvl="6"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7pPr>
            <a:lvl8pPr marL="3657600" lvl="7"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8pPr>
            <a:lvl9pPr marL="4114800" lvl="8" indent="-304800">
              <a:lnSpc>
                <a:spcPct val="115000"/>
              </a:lnSpc>
              <a:spcBef>
                <a:spcPts val="0"/>
              </a:spcBef>
              <a:spcAft>
                <a:spcPts val="0"/>
              </a:spcAft>
              <a:buClr>
                <a:schemeClr val="dk1"/>
              </a:buClr>
              <a:buSzPts val="1200"/>
              <a:buFont typeface="Onest"/>
              <a:buChar char="■"/>
              <a:defRPr sz="1200">
                <a:solidFill>
                  <a:schemeClr val="dk1"/>
                </a:solidFill>
                <a:latin typeface="Onest"/>
                <a:ea typeface="Onest"/>
                <a:cs typeface="Onest"/>
                <a:sym typeface="Onest"/>
              </a:defRPr>
            </a:lvl9pPr>
          </a:lstStyle>
          <a:p>
            <a:endParaRPr/>
          </a:p>
        </p:txBody>
      </p:sp>
      <p:sp>
        <p:nvSpPr>
          <p:cNvPr id="2" name="Slide Number Placeholder 5">
            <a:extLst>
              <a:ext uri="{FF2B5EF4-FFF2-40B4-BE49-F238E27FC236}">
                <a16:creationId xmlns:a16="http://schemas.microsoft.com/office/drawing/2014/main" id="{F866C8FD-277F-2DE1-C54E-74EB1D740038}"/>
              </a:ext>
            </a:extLst>
          </p:cNvPr>
          <p:cNvSpPr>
            <a:spLocks noGrp="1"/>
          </p:cNvSpPr>
          <p:nvPr>
            <p:ph type="sldNum" sz="quarter" idx="4"/>
          </p:nvPr>
        </p:nvSpPr>
        <p:spPr>
          <a:xfrm>
            <a:off x="6457950" y="4767263"/>
            <a:ext cx="2057400" cy="274637"/>
          </a:xfrm>
          <a:prstGeom prst="rect">
            <a:avLst/>
          </a:prstGeom>
        </p:spPr>
        <p:txBody>
          <a:bodyPr/>
          <a:lstStyle>
            <a:lvl1pPr algn="r">
              <a:defRPr/>
            </a:lvl1pPr>
          </a:lstStyle>
          <a:p>
            <a:fld id="{CF8920F0-685D-4D8A-A9EF-3EE1A60245BD}"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6" r:id="rId5"/>
    <p:sldLayoutId id="2147483659" r:id="rId6"/>
    <p:sldLayoutId id="2147483668" r:id="rId7"/>
    <p:sldLayoutId id="2147483669" r:id="rId8"/>
    <p:sldLayoutId id="2147483673" r:id="rId9"/>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8" name="Google Shape;196;p27">
            <a:extLst>
              <a:ext uri="{FF2B5EF4-FFF2-40B4-BE49-F238E27FC236}">
                <a16:creationId xmlns:a16="http://schemas.microsoft.com/office/drawing/2014/main" id="{A0F43243-5E85-DDA4-FEC7-F5A633932099}"/>
              </a:ext>
            </a:extLst>
          </p:cNvPr>
          <p:cNvPicPr preferRelativeResize="0"/>
          <p:nvPr/>
        </p:nvPicPr>
        <p:blipFill>
          <a:blip r:embed="rId3">
            <a:alphaModFix/>
          </a:blip>
          <a:stretch>
            <a:fillRect/>
          </a:stretch>
        </p:blipFill>
        <p:spPr>
          <a:xfrm>
            <a:off x="-1282752" y="-307025"/>
            <a:ext cx="3587600" cy="2515475"/>
          </a:xfrm>
          <a:prstGeom prst="rect">
            <a:avLst/>
          </a:prstGeom>
          <a:noFill/>
          <a:ln>
            <a:noFill/>
          </a:ln>
        </p:spPr>
      </p:pic>
      <p:sp>
        <p:nvSpPr>
          <p:cNvPr id="9" name="Google Shape;197;p27">
            <a:extLst>
              <a:ext uri="{FF2B5EF4-FFF2-40B4-BE49-F238E27FC236}">
                <a16:creationId xmlns:a16="http://schemas.microsoft.com/office/drawing/2014/main" id="{B4A2444D-79A3-2CD0-D950-5FA8CB90D644}"/>
              </a:ext>
            </a:extLst>
          </p:cNvPr>
          <p:cNvSpPr/>
          <p:nvPr/>
        </p:nvSpPr>
        <p:spPr>
          <a:xfrm>
            <a:off x="7416064" y="3592164"/>
            <a:ext cx="2034725" cy="2020624"/>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FFFFFF">
              <a:alpha val="490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Segoe UI" panose="020B0502040204020203" pitchFamily="34" charset="0"/>
              <a:ea typeface="Calibri"/>
              <a:cs typeface="Segoe UI" panose="020B0502040204020203" pitchFamily="34" charset="0"/>
              <a:sym typeface="Calibri"/>
            </a:endParaRPr>
          </a:p>
        </p:txBody>
      </p:sp>
      <p:sp>
        <p:nvSpPr>
          <p:cNvPr id="10" name="Google Shape;198;p27">
            <a:extLst>
              <a:ext uri="{FF2B5EF4-FFF2-40B4-BE49-F238E27FC236}">
                <a16:creationId xmlns:a16="http://schemas.microsoft.com/office/drawing/2014/main" id="{38BA29C1-46AC-17D6-D88A-31E91D0083AC}"/>
              </a:ext>
            </a:extLst>
          </p:cNvPr>
          <p:cNvSpPr txBox="1">
            <a:spLocks noGrp="1"/>
          </p:cNvSpPr>
          <p:nvPr>
            <p:ph type="ctrTitle"/>
          </p:nvPr>
        </p:nvSpPr>
        <p:spPr>
          <a:xfrm>
            <a:off x="545118" y="1915469"/>
            <a:ext cx="4257908" cy="1369507"/>
          </a:xfrm>
          <a:prstGeom prst="rect">
            <a:avLst/>
          </a:prstGeom>
        </p:spPr>
        <p:txBody>
          <a:bodyPr spcFirstLastPara="1" wrap="square" lIns="91425" tIns="91425" rIns="91425" bIns="91425" anchor="t" anchorCtr="0">
            <a:noAutofit/>
          </a:bodyPr>
          <a:lstStyle/>
          <a:p>
            <a:r>
              <a:rPr lang="en-US" sz="2800" dirty="0">
                <a:solidFill>
                  <a:schemeClr val="accent2">
                    <a:lumMod val="90000"/>
                    <a:lumOff val="10000"/>
                  </a:schemeClr>
                </a:solidFill>
                <a:latin typeface="Segoe UI Black" panose="020B0A02040204020203" pitchFamily="34" charset="0"/>
                <a:ea typeface="Segoe UI Black" panose="020B0A02040204020203" pitchFamily="34" charset="0"/>
                <a:cs typeface="Segoe UI"/>
              </a:rPr>
              <a:t>A18 - PHÁT TRIỂN VÀ BẢO MẬT ỨNG DỤNG ANDROID KOTLIN</a:t>
            </a:r>
            <a:endParaRPr lang="vi-VN" sz="2800" dirty="0">
              <a:solidFill>
                <a:schemeClr val="accent2">
                  <a:lumMod val="90000"/>
                  <a:lumOff val="10000"/>
                </a:schemeClr>
              </a:solidFill>
              <a:latin typeface="Segoe UI Black" panose="020B0A02040204020203" pitchFamily="34" charset="0"/>
              <a:ea typeface="Segoe UI Black" panose="020B0A02040204020203" pitchFamily="34" charset="0"/>
              <a:cs typeface="Segoe UI"/>
            </a:endParaRPr>
          </a:p>
        </p:txBody>
      </p:sp>
      <p:sp>
        <p:nvSpPr>
          <p:cNvPr id="11" name="Google Shape;199;p27">
            <a:extLst>
              <a:ext uri="{FF2B5EF4-FFF2-40B4-BE49-F238E27FC236}">
                <a16:creationId xmlns:a16="http://schemas.microsoft.com/office/drawing/2014/main" id="{D5C2981B-BA73-52E9-7FFD-FD642B482D2E}"/>
              </a:ext>
            </a:extLst>
          </p:cNvPr>
          <p:cNvSpPr txBox="1">
            <a:spLocks noGrp="1"/>
          </p:cNvSpPr>
          <p:nvPr>
            <p:ph type="subTitle" idx="1"/>
          </p:nvPr>
        </p:nvSpPr>
        <p:spPr>
          <a:xfrm>
            <a:off x="3032228" y="3227194"/>
            <a:ext cx="1770798" cy="49218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dirty="0" err="1">
                <a:solidFill>
                  <a:schemeClr val="accent2">
                    <a:lumMod val="75000"/>
                    <a:lumOff val="25000"/>
                  </a:schemeClr>
                </a:solidFill>
                <a:latin typeface="Segoe UI" panose="020B0502040204020203" pitchFamily="34" charset="0"/>
                <a:cs typeface="Segoe UI" panose="020B0502040204020203" pitchFamily="34" charset="0"/>
              </a:rPr>
              <a:t>Nhóm</a:t>
            </a:r>
            <a:r>
              <a:rPr lang="en-US" sz="2400" b="1" dirty="0">
                <a:solidFill>
                  <a:schemeClr val="accent2">
                    <a:lumMod val="75000"/>
                    <a:lumOff val="25000"/>
                  </a:schemeClr>
                </a:solidFill>
                <a:latin typeface="Segoe UI" panose="020B0502040204020203" pitchFamily="34" charset="0"/>
                <a:cs typeface="Segoe UI" panose="020B0502040204020203" pitchFamily="34" charset="0"/>
              </a:rPr>
              <a:t> 11</a:t>
            </a:r>
            <a:endParaRPr sz="2400" b="1" dirty="0">
              <a:solidFill>
                <a:schemeClr val="accent2">
                  <a:lumMod val="75000"/>
                  <a:lumOff val="25000"/>
                </a:schemeClr>
              </a:solidFill>
              <a:latin typeface="Segoe UI" panose="020B0502040204020203" pitchFamily="34" charset="0"/>
              <a:cs typeface="Segoe UI" panose="020B0502040204020203" pitchFamily="34" charset="0"/>
            </a:endParaRPr>
          </a:p>
        </p:txBody>
      </p:sp>
      <p:sp>
        <p:nvSpPr>
          <p:cNvPr id="12" name="Google Shape;199;p27">
            <a:extLst>
              <a:ext uri="{FF2B5EF4-FFF2-40B4-BE49-F238E27FC236}">
                <a16:creationId xmlns:a16="http://schemas.microsoft.com/office/drawing/2014/main" id="{FE7BF834-5619-EFBD-ABA7-360F06DC72B7}"/>
              </a:ext>
            </a:extLst>
          </p:cNvPr>
          <p:cNvSpPr txBox="1">
            <a:spLocks/>
          </p:cNvSpPr>
          <p:nvPr/>
        </p:nvSpPr>
        <p:spPr>
          <a:xfrm>
            <a:off x="572332" y="1481064"/>
            <a:ext cx="2295842" cy="4344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800"/>
              <a:buFont typeface="Onest"/>
              <a:buNone/>
              <a:defRPr sz="1500" b="0" i="0" u="none" strike="noStrike" cap="none">
                <a:solidFill>
                  <a:schemeClr val="dk1"/>
                </a:solidFill>
                <a:latin typeface="Onest"/>
                <a:ea typeface="Onest"/>
                <a:cs typeface="Onest"/>
                <a:sym typeface="Onest"/>
              </a:defRPr>
            </a:lvl1pPr>
            <a:lvl2pPr marL="914400" marR="0" lvl="1"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2pPr>
            <a:lvl3pPr marL="1371600" marR="0" lvl="2"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3pPr>
            <a:lvl4pPr marL="1828800" marR="0" lvl="3"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4pPr>
            <a:lvl5pPr marL="2286000" marR="0" lvl="4"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5pPr>
            <a:lvl6pPr marL="2743200" marR="0" lvl="5"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6pPr>
            <a:lvl7pPr marL="3200400" marR="0" lvl="6"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7pPr>
            <a:lvl8pPr marL="3657600" marR="0" lvl="7"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8pPr>
            <a:lvl9pPr marL="4114800" marR="0" lvl="8"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9pPr>
          </a:lstStyle>
          <a:p>
            <a:pPr marL="0" indent="0" algn="ctr"/>
            <a:r>
              <a:rPr lang="en-US" sz="2000" b="1" dirty="0">
                <a:solidFill>
                  <a:schemeClr val="tx2"/>
                </a:solidFill>
                <a:latin typeface="Segoe UI"/>
                <a:cs typeface="Segoe UI"/>
              </a:rPr>
              <a:t>NT213.P11.ANTT</a:t>
            </a:r>
            <a:endParaRPr lang="vi-VN" sz="2000" b="1" dirty="0">
              <a:solidFill>
                <a:schemeClr val="tx2"/>
              </a:solidFill>
              <a:latin typeface="Segoe UI"/>
              <a:cs typeface="Segoe UI"/>
            </a:endParaRPr>
          </a:p>
        </p:txBody>
      </p:sp>
      <p:pic>
        <p:nvPicPr>
          <p:cNvPr id="13" name="Picture 2" descr="Máy chủ ảo là gì? Những điều cần biết về máy chủ ảo">
            <a:extLst>
              <a:ext uri="{FF2B5EF4-FFF2-40B4-BE49-F238E27FC236}">
                <a16:creationId xmlns:a16="http://schemas.microsoft.com/office/drawing/2014/main" id="{D5F1031F-591C-75D4-09E2-4DC4A4F53EA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53166" r="94796">
                        <a14:backgroundMark x1="48946" y1="7400" x2="48946" y2="7400"/>
                        <a14:backgroundMark x1="49057" y1="7400" x2="49057" y2="7400"/>
                        <a14:backgroundMark x1="49168" y1="7400" x2="49168" y2="7400"/>
                      </a14:backgroundRemoval>
                    </a14:imgEffect>
                  </a14:imgLayer>
                </a14:imgProps>
              </a:ext>
              <a:ext uri="{28A0092B-C50C-407E-A947-70E740481C1C}">
                <a14:useLocalDpi xmlns:a14="http://schemas.microsoft.com/office/drawing/2010/main" val="0"/>
              </a:ext>
            </a:extLst>
          </a:blip>
          <a:srcRect l="47963"/>
          <a:stretch/>
        </p:blipFill>
        <p:spPr bwMode="auto">
          <a:xfrm>
            <a:off x="5218903" y="647488"/>
            <a:ext cx="4149058" cy="4424669"/>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199;p27">
            <a:extLst>
              <a:ext uri="{FF2B5EF4-FFF2-40B4-BE49-F238E27FC236}">
                <a16:creationId xmlns:a16="http://schemas.microsoft.com/office/drawing/2014/main" id="{8AD596F1-0169-F41C-E00D-D83B51F2383C}"/>
              </a:ext>
            </a:extLst>
          </p:cNvPr>
          <p:cNvSpPr txBox="1">
            <a:spLocks/>
          </p:cNvSpPr>
          <p:nvPr/>
        </p:nvSpPr>
        <p:spPr>
          <a:xfrm>
            <a:off x="1405684" y="197806"/>
            <a:ext cx="6332631" cy="6258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800"/>
              <a:buFont typeface="Onest"/>
              <a:buNone/>
              <a:defRPr sz="1500" b="0" i="0" u="none" strike="noStrike" cap="none">
                <a:solidFill>
                  <a:schemeClr val="dk1"/>
                </a:solidFill>
                <a:latin typeface="Onest"/>
                <a:ea typeface="Onest"/>
                <a:cs typeface="Onest"/>
                <a:sym typeface="Onest"/>
              </a:defRPr>
            </a:lvl1pPr>
            <a:lvl2pPr marL="914400" marR="0" lvl="1"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2pPr>
            <a:lvl3pPr marL="1371600" marR="0" lvl="2"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3pPr>
            <a:lvl4pPr marL="1828800" marR="0" lvl="3"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4pPr>
            <a:lvl5pPr marL="2286000" marR="0" lvl="4"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5pPr>
            <a:lvl6pPr marL="2743200" marR="0" lvl="5"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6pPr>
            <a:lvl7pPr marL="3200400" marR="0" lvl="6"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7pPr>
            <a:lvl8pPr marL="3657600" marR="0" lvl="7"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8pPr>
            <a:lvl9pPr marL="4114800" marR="0" lvl="8" indent="-304800" algn="ctr" rtl="0">
              <a:lnSpc>
                <a:spcPct val="100000"/>
              </a:lnSpc>
              <a:spcBef>
                <a:spcPts val="0"/>
              </a:spcBef>
              <a:spcAft>
                <a:spcPts val="0"/>
              </a:spcAft>
              <a:buClr>
                <a:schemeClr val="dk1"/>
              </a:buClr>
              <a:buSzPts val="1800"/>
              <a:buFont typeface="Onest"/>
              <a:buNone/>
              <a:defRPr sz="1800" b="0" i="0" u="none" strike="noStrike" cap="none">
                <a:solidFill>
                  <a:schemeClr val="dk1"/>
                </a:solidFill>
                <a:latin typeface="Onest"/>
                <a:ea typeface="Onest"/>
                <a:cs typeface="Onest"/>
                <a:sym typeface="Onest"/>
              </a:defRPr>
            </a:lvl9pPr>
          </a:lstStyle>
          <a:p>
            <a:pPr marL="0" indent="0" algn="ctr"/>
            <a:r>
              <a:rPr lang="en-US" sz="2000" b="1">
                <a:solidFill>
                  <a:schemeClr val="tx1"/>
                </a:solidFill>
                <a:latin typeface="Segoe UI" panose="020B0502040204020203" pitchFamily="34" charset="0"/>
                <a:cs typeface="Segoe UI" panose="020B0502040204020203" pitchFamily="34" charset="0"/>
              </a:rPr>
              <a:t>ĐẠI HỌC QUỐC GIA TP.HCM</a:t>
            </a:r>
          </a:p>
          <a:p>
            <a:pPr marL="0" indent="0" algn="ctr"/>
            <a:r>
              <a:rPr lang="en-US" sz="2000" b="1">
                <a:solidFill>
                  <a:schemeClr val="tx1"/>
                </a:solidFill>
                <a:latin typeface="Segoe UI" panose="020B0502040204020203" pitchFamily="34" charset="0"/>
                <a:cs typeface="Segoe UI" panose="020B0502040204020203" pitchFamily="34" charset="0"/>
              </a:rPr>
              <a:t>TRƯỜNG ĐẠI HỌC CÔNG NGHỆ THÔNG TIN</a:t>
            </a:r>
            <a:endParaRPr lang="vi-VN" sz="2000" b="1">
              <a:solidFill>
                <a:schemeClr val="tx1"/>
              </a:solidFill>
              <a:latin typeface="Segoe UI" panose="020B0502040204020203" pitchFamily="34" charset="0"/>
              <a:cs typeface="Segoe UI" panose="020B0502040204020203" pitchFamily="34"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20" name="Google Shape;220;p29"/>
          <p:cNvSpPr txBox="1">
            <a:spLocks noGrp="1"/>
          </p:cNvSpPr>
          <p:nvPr>
            <p:ph type="title"/>
          </p:nvPr>
        </p:nvSpPr>
        <p:spPr>
          <a:xfrm>
            <a:off x="2133996" y="411424"/>
            <a:ext cx="4876007" cy="91229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NỘI DUNG BÁO CÁO</a:t>
            </a:r>
            <a:endParaRPr sz="35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221" name="Google Shape;221;p29"/>
          <p:cNvSpPr txBox="1">
            <a:spLocks noGrp="1"/>
          </p:cNvSpPr>
          <p:nvPr>
            <p:ph type="title" idx="2"/>
          </p:nvPr>
        </p:nvSpPr>
        <p:spPr>
          <a:xfrm>
            <a:off x="483190" y="1323716"/>
            <a:ext cx="9256233" cy="2794627"/>
          </a:xfrm>
          <a:prstGeom prst="rect">
            <a:avLst/>
          </a:prstGeom>
        </p:spPr>
        <p:txBody>
          <a:bodyPr spcFirstLastPara="1" wrap="square" lIns="91425" tIns="91425" rIns="91425" bIns="91425" anchor="b" anchorCtr="0">
            <a:noAutofit/>
          </a:bodyPr>
          <a:lstStyle/>
          <a:p>
            <a:pPr>
              <a:lnSpc>
                <a:spcPct val="150000"/>
              </a:lnSpc>
            </a:pPr>
            <a:r>
              <a:rPr lang="en-US" sz="2800" dirty="0">
                <a:latin typeface="Segoe UI Black" panose="020B0A02040204020203" pitchFamily="34" charset="0"/>
                <a:ea typeface="Segoe UI Black" panose="020B0A02040204020203" pitchFamily="34" charset="0"/>
                <a:cs typeface="Segoe UI"/>
              </a:rPr>
              <a:t>1. THÔNG TIN CHUNG</a:t>
            </a:r>
            <a:br>
              <a:rPr lang="en-US" sz="2800" dirty="0">
                <a:latin typeface="Segoe UI Black" panose="020B0A02040204020203" pitchFamily="34" charset="0"/>
                <a:ea typeface="Segoe UI Black" panose="020B0A02040204020203" pitchFamily="34" charset="0"/>
                <a:cs typeface="Segoe UI"/>
              </a:rPr>
            </a:br>
            <a:r>
              <a:rPr lang="en-US" sz="2800" dirty="0">
                <a:latin typeface="Segoe UI Black" panose="020B0A02040204020203" pitchFamily="34" charset="0"/>
                <a:ea typeface="Segoe UI Black" panose="020B0A02040204020203" pitchFamily="34" charset="0"/>
                <a:cs typeface="Segoe UI" panose="020B0502040204020203" pitchFamily="34" charset="0"/>
              </a:rPr>
              <a:t>2. KHAI THÁC VÀ CẢI TIẾN CÁC LỖ HỔNG</a:t>
            </a:r>
            <a:br>
              <a:rPr lang="en-US" sz="2800" dirty="0">
                <a:latin typeface="Segoe UI Black" panose="020B0A02040204020203" pitchFamily="34" charset="0"/>
                <a:ea typeface="Segoe UI Black" panose="020B0A02040204020203" pitchFamily="34" charset="0"/>
                <a:cs typeface="Segoe UI" panose="020B0502040204020203" pitchFamily="34" charset="0"/>
              </a:rPr>
            </a:br>
            <a:r>
              <a:rPr lang="en-US" sz="2800" dirty="0">
                <a:latin typeface="Segoe UI Black" panose="020B0A02040204020203" pitchFamily="34" charset="0"/>
                <a:ea typeface="Segoe UI Black" panose="020B0A02040204020203" pitchFamily="34" charset="0"/>
                <a:cs typeface="Segoe UI" panose="020B0502040204020203" pitchFamily="34" charset="0"/>
              </a:rPr>
              <a:t>3. TỔNG KẾT</a:t>
            </a:r>
            <a:br>
              <a:rPr lang="en-US" sz="2800" dirty="0">
                <a:latin typeface="Segoe UI Black" panose="020B0A02040204020203" pitchFamily="34" charset="0"/>
                <a:ea typeface="Segoe UI Black" panose="020B0A02040204020203" pitchFamily="34" charset="0"/>
                <a:cs typeface="Segoe UI" panose="020B0502040204020203" pitchFamily="34" charset="0"/>
              </a:rPr>
            </a:br>
            <a:endParaRPr sz="2800" dirty="0">
              <a:latin typeface="Segoe UI Black" panose="020B0A02040204020203" pitchFamily="34" charset="0"/>
              <a:ea typeface="Segoe UI Black" panose="020B0A02040204020203" pitchFamily="34" charset="0"/>
              <a:cs typeface="Segoe UI"/>
            </a:endParaRPr>
          </a:p>
        </p:txBody>
      </p:sp>
      <p:sp>
        <p:nvSpPr>
          <p:cNvPr id="3" name="Slide Number Placeholder 2">
            <a:extLst>
              <a:ext uri="{FF2B5EF4-FFF2-40B4-BE49-F238E27FC236}">
                <a16:creationId xmlns:a16="http://schemas.microsoft.com/office/drawing/2014/main" id="{FFA278A1-23D2-CE62-4E14-5D5D0A3A728D}"/>
              </a:ext>
            </a:extLst>
          </p:cNvPr>
          <p:cNvSpPr>
            <a:spLocks noGrp="1"/>
          </p:cNvSpPr>
          <p:nvPr>
            <p:ph type="sldNum" sz="quarter" idx="12"/>
          </p:nvPr>
        </p:nvSpPr>
        <p:spPr/>
        <p:txBody>
          <a:bodyPr/>
          <a:lstStyle/>
          <a:p>
            <a:fld id="{CF8920F0-685D-4D8A-A9EF-3EE1A60245BD}" type="slidenum">
              <a:rPr lang="en-US" smtClean="0"/>
              <a:t>2</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763DD0B1-127A-398C-147A-1CB6C7D49C9A}"/>
            </a:ext>
          </a:extLst>
        </p:cNvPr>
        <p:cNvGrpSpPr/>
        <p:nvPr/>
      </p:nvGrpSpPr>
      <p:grpSpPr>
        <a:xfrm>
          <a:off x="0" y="0"/>
          <a:ext cx="0" cy="0"/>
          <a:chOff x="0" y="0"/>
          <a:chExt cx="0" cy="0"/>
        </a:xfrm>
      </p:grpSpPr>
      <p:sp>
        <p:nvSpPr>
          <p:cNvPr id="231" name="Google Shape;231;p30">
            <a:extLst>
              <a:ext uri="{FF2B5EF4-FFF2-40B4-BE49-F238E27FC236}">
                <a16:creationId xmlns:a16="http://schemas.microsoft.com/office/drawing/2014/main" id="{ED48CC8D-512A-1A4E-32AE-1D724437A0B9}"/>
              </a:ext>
            </a:extLst>
          </p:cNvPr>
          <p:cNvSpPr txBox="1">
            <a:spLocks noGrp="1"/>
          </p:cNvSpPr>
          <p:nvPr>
            <p:ph type="title" idx="2"/>
          </p:nvPr>
        </p:nvSpPr>
        <p:spPr>
          <a:xfrm>
            <a:off x="1691445" y="1576321"/>
            <a:ext cx="5761109" cy="1720391"/>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8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1</a:t>
            </a:r>
            <a:br>
              <a:rPr lang="en" sz="4000" dirty="0">
                <a:solidFill>
                  <a:schemeClr val="accent2">
                    <a:lumMod val="75000"/>
                    <a:lumOff val="25000"/>
                  </a:schemeClr>
                </a:solidFill>
                <a:latin typeface="Segoe UI" panose="020B0502040204020203" pitchFamily="34" charset="0"/>
                <a:cs typeface="Segoe UI" panose="020B0502040204020203" pitchFamily="34" charset="0"/>
              </a:rPr>
            </a:br>
            <a:r>
              <a:rPr lang="en" sz="4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THÔNG TIN CHUNG</a:t>
            </a:r>
            <a:endParaRPr sz="4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85AC0BE2-4561-6C11-80B2-4092E429F656}"/>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469BBC08-5D38-9E0D-FA7B-818315AA02ED}"/>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CFAF0083-4F93-B553-BECE-33F42B3450F5}"/>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4770F4CC-8806-4218-3001-CACAAFEE6175}"/>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5" name="Slide Number Placeholder 4">
            <a:extLst>
              <a:ext uri="{FF2B5EF4-FFF2-40B4-BE49-F238E27FC236}">
                <a16:creationId xmlns:a16="http://schemas.microsoft.com/office/drawing/2014/main" id="{AB7AB705-79C7-3B4D-FE8D-1944870FE9F5}"/>
              </a:ext>
            </a:extLst>
          </p:cNvPr>
          <p:cNvSpPr>
            <a:spLocks noGrp="1"/>
          </p:cNvSpPr>
          <p:nvPr>
            <p:ph type="sldNum" sz="quarter" idx="12"/>
          </p:nvPr>
        </p:nvSpPr>
        <p:spPr/>
        <p:txBody>
          <a:bodyPr/>
          <a:lstStyle/>
          <a:p>
            <a:fld id="{CF8920F0-685D-4D8A-A9EF-3EE1A60245BD}" type="slidenum">
              <a:rPr lang="en-US" smtClean="0"/>
              <a:t>3</a:t>
            </a:fld>
            <a:endParaRPr lang="en-US"/>
          </a:p>
        </p:txBody>
      </p:sp>
    </p:spTree>
    <p:extLst>
      <p:ext uri="{BB962C8B-B14F-4D97-AF65-F5344CB8AC3E}">
        <p14:creationId xmlns:p14="http://schemas.microsoft.com/office/powerpoint/2010/main" val="10069491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ỗ dành sẵn cho Nội dung 2">
            <a:extLst>
              <a:ext uri="{FF2B5EF4-FFF2-40B4-BE49-F238E27FC236}">
                <a16:creationId xmlns:a16="http://schemas.microsoft.com/office/drawing/2014/main" id="{26833F4D-78E4-0F5A-8133-0AB79A218DB0}"/>
              </a:ext>
            </a:extLst>
          </p:cNvPr>
          <p:cNvSpPr txBox="1">
            <a:spLocks/>
          </p:cNvSpPr>
          <p:nvPr/>
        </p:nvSpPr>
        <p:spPr>
          <a:xfrm>
            <a:off x="216567" y="1009643"/>
            <a:ext cx="8594557" cy="3486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nest"/>
              <a:buNone/>
              <a:defRPr sz="1500" b="0" i="0" u="none" strike="noStrike" cap="none">
                <a:solidFill>
                  <a:schemeClr val="dk1"/>
                </a:solidFill>
                <a:latin typeface="Onest"/>
                <a:ea typeface="Onest"/>
                <a:cs typeface="Onest"/>
                <a:sym typeface="Onest"/>
              </a:defRPr>
            </a:lvl1pPr>
            <a:lvl2pPr marL="914400" marR="0" lvl="1"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2pPr>
            <a:lvl3pPr marL="1371600" marR="0" lvl="2"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3pPr>
            <a:lvl4pPr marL="1828800" marR="0" lvl="3"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4pPr>
            <a:lvl5pPr marL="2286000" marR="0" lvl="4"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5pPr>
            <a:lvl6pPr marL="2743200" marR="0" lvl="5"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6pPr>
            <a:lvl7pPr marL="3200400" marR="0" lvl="6"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7pPr>
            <a:lvl8pPr marL="3657600" marR="0" lvl="7"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8pPr>
            <a:lvl9pPr marL="4114800" marR="0" lvl="8" indent="-304800" algn="l" rtl="0">
              <a:lnSpc>
                <a:spcPct val="115000"/>
              </a:lnSpc>
              <a:spcBef>
                <a:spcPts val="0"/>
              </a:spcBef>
              <a:spcAft>
                <a:spcPts val="0"/>
              </a:spcAft>
              <a:buClr>
                <a:schemeClr val="dk1"/>
              </a:buClr>
              <a:buSzPts val="1200"/>
              <a:buFont typeface="Onest"/>
              <a:buNone/>
              <a:defRPr sz="1200" b="0" i="0" u="none" strike="noStrike" cap="none">
                <a:solidFill>
                  <a:schemeClr val="dk1"/>
                </a:solidFill>
                <a:latin typeface="Onest"/>
                <a:ea typeface="Onest"/>
                <a:cs typeface="Onest"/>
                <a:sym typeface="Onest"/>
              </a:defRPr>
            </a:lvl9pPr>
          </a:lstStyle>
          <a:p>
            <a:pPr marL="0" indent="0" fontAlgn="base"/>
            <a:r>
              <a:rPr lang="en-US" sz="1600" b="1" dirty="0">
                <a:solidFill>
                  <a:schemeClr val="accent2">
                    <a:lumMod val="75000"/>
                    <a:lumOff val="25000"/>
                  </a:schemeClr>
                </a:solidFill>
                <a:latin typeface="Segoe UI" panose="020B0502040204020203" pitchFamily="34" charset="0"/>
                <a:cs typeface="Segoe UI" panose="020B0502040204020203" pitchFamily="34" charset="0"/>
              </a:rPr>
              <a:t>- </a:t>
            </a:r>
            <a:r>
              <a:rPr lang="vi-VN" sz="1600" b="1" dirty="0">
                <a:solidFill>
                  <a:schemeClr val="accent2">
                    <a:lumMod val="75000"/>
                    <a:lumOff val="25000"/>
                  </a:schemeClr>
                </a:solidFill>
                <a:latin typeface="Segoe UI" panose="020B0502040204020203" pitchFamily="34" charset="0"/>
                <a:cs typeface="Segoe UI" panose="020B0502040204020203" pitchFamily="34" charset="0"/>
              </a:rPr>
              <a:t>Mục tiêu của dự án Goatlin</a:t>
            </a:r>
            <a:r>
              <a:rPr lang="en-US" sz="1600" b="1" dirty="0">
                <a:solidFill>
                  <a:schemeClr val="accent2">
                    <a:lumMod val="75000"/>
                    <a:lumOff val="25000"/>
                  </a:schemeClr>
                </a:solidFill>
                <a:latin typeface="Segoe UI" panose="020B0502040204020203" pitchFamily="34" charset="0"/>
                <a:cs typeface="Segoe UI" panose="020B0502040204020203" pitchFamily="34" charset="0"/>
              </a:rPr>
              <a:t>: </a:t>
            </a:r>
            <a:r>
              <a:rPr lang="en-US" sz="1600" dirty="0">
                <a:solidFill>
                  <a:schemeClr val="tx1"/>
                </a:solidFill>
                <a:latin typeface="Segoe UI" panose="020B0502040204020203" pitchFamily="34" charset="0"/>
                <a:cs typeface="Segoe UI" panose="020B0502040204020203" pitchFamily="34" charset="0"/>
              </a:rPr>
              <a:t>P</a:t>
            </a:r>
            <a:r>
              <a:rPr lang="vi-VN" sz="1600" dirty="0">
                <a:solidFill>
                  <a:schemeClr val="tx1"/>
                </a:solidFill>
                <a:latin typeface="Segoe UI" panose="020B0502040204020203" pitchFamily="34" charset="0"/>
                <a:cs typeface="Segoe UI" panose="020B0502040204020203" pitchFamily="34" charset="0"/>
              </a:rPr>
              <a:t>hát hiện, vá các lỗ hổng bảo mật và hoàn thiện một ứng dụng Android bằng ngôn ngữ Kotlin. </a:t>
            </a:r>
          </a:p>
          <a:p>
            <a:pPr marL="0" indent="0" fontAlgn="base"/>
            <a:endParaRPr lang="en-US" sz="1600" b="1" dirty="0">
              <a:solidFill>
                <a:schemeClr val="accent2">
                  <a:lumMod val="75000"/>
                  <a:lumOff val="25000"/>
                </a:schemeClr>
              </a:solidFill>
              <a:latin typeface="Segoe UI" panose="020B0502040204020203" pitchFamily="34" charset="0"/>
              <a:cs typeface="Segoe UI" panose="020B0502040204020203" pitchFamily="34" charset="0"/>
            </a:endParaRPr>
          </a:p>
          <a:p>
            <a:pPr marL="0" indent="0" fontAlgn="base"/>
            <a:r>
              <a:rPr lang="en-US" sz="1600" b="1" dirty="0">
                <a:solidFill>
                  <a:schemeClr val="accent2">
                    <a:lumMod val="75000"/>
                    <a:lumOff val="25000"/>
                  </a:schemeClr>
                </a:solidFill>
                <a:latin typeface="Segoe UI" panose="020B0502040204020203" pitchFamily="34" charset="0"/>
                <a:cs typeface="Segoe UI" panose="020B0502040204020203" pitchFamily="34" charset="0"/>
              </a:rPr>
              <a:t>- </a:t>
            </a:r>
            <a:r>
              <a:rPr lang="vi-VN" sz="1600" b="1" dirty="0">
                <a:solidFill>
                  <a:schemeClr val="accent2">
                    <a:lumMod val="75000"/>
                    <a:lumOff val="25000"/>
                  </a:schemeClr>
                </a:solidFill>
                <a:latin typeface="Segoe UI" panose="020B0502040204020203" pitchFamily="34" charset="0"/>
                <a:cs typeface="Segoe UI" panose="020B0502040204020203" pitchFamily="34" charset="0"/>
              </a:rPr>
              <a:t>Nhiệm vụ chính: </a:t>
            </a:r>
            <a:r>
              <a:rPr lang="vi-VN" sz="1600" dirty="0">
                <a:solidFill>
                  <a:srgbClr val="000000"/>
                </a:solidFill>
                <a:latin typeface="Segoe UI" panose="020B0502040204020203" pitchFamily="34" charset="0"/>
                <a:cs typeface="Segoe UI" panose="020B0502040204020203" pitchFamily="34" charset="0"/>
              </a:rPr>
              <a:t>Dự án tạo ra một </a:t>
            </a:r>
            <a:r>
              <a:rPr lang="en-US" sz="1600" dirty="0" err="1">
                <a:solidFill>
                  <a:srgbClr val="000000"/>
                </a:solidFill>
                <a:latin typeface="Segoe UI" panose="020B0502040204020203" pitchFamily="34" charset="0"/>
                <a:cs typeface="Segoe UI" panose="020B0502040204020203" pitchFamily="34" charset="0"/>
              </a:rPr>
              <a:t>ứng</a:t>
            </a:r>
            <a:r>
              <a:rPr lang="en-US" sz="1600" dirty="0">
                <a:solidFill>
                  <a:srgbClr val="000000"/>
                </a:solidFill>
                <a:latin typeface="Segoe UI" panose="020B0502040204020203" pitchFamily="34" charset="0"/>
                <a:cs typeface="Segoe UI" panose="020B0502040204020203" pitchFamily="34" charset="0"/>
              </a:rPr>
              <a:t> </a:t>
            </a:r>
            <a:r>
              <a:rPr lang="en-US" sz="1600" dirty="0" err="1">
                <a:solidFill>
                  <a:srgbClr val="000000"/>
                </a:solidFill>
                <a:latin typeface="Segoe UI" panose="020B0502040204020203" pitchFamily="34" charset="0"/>
                <a:cs typeface="Segoe UI" panose="020B0502040204020203" pitchFamily="34" charset="0"/>
              </a:rPr>
              <a:t>dụng</a:t>
            </a:r>
            <a:r>
              <a:rPr lang="en-US" sz="1600" dirty="0">
                <a:solidFill>
                  <a:srgbClr val="000000"/>
                </a:solidFill>
                <a:latin typeface="Segoe UI" panose="020B0502040204020203" pitchFamily="34" charset="0"/>
                <a:cs typeface="Segoe UI" panose="020B0502040204020203" pitchFamily="34" charset="0"/>
              </a:rPr>
              <a:t> mobile </a:t>
            </a:r>
            <a:r>
              <a:rPr lang="vi-VN" sz="1600" dirty="0">
                <a:solidFill>
                  <a:srgbClr val="000000"/>
                </a:solidFill>
                <a:latin typeface="Segoe UI" panose="020B0502040204020203" pitchFamily="34" charset="0"/>
                <a:cs typeface="Segoe UI" panose="020B0502040204020203" pitchFamily="34" charset="0"/>
              </a:rPr>
              <a:t>với các lỗ hổng bảo mật cố ý để </a:t>
            </a:r>
            <a:r>
              <a:rPr lang="en-US" sz="1600" dirty="0" err="1">
                <a:solidFill>
                  <a:srgbClr val="000000"/>
                </a:solidFill>
                <a:latin typeface="Segoe UI" panose="020B0502040204020203" pitchFamily="34" charset="0"/>
                <a:cs typeface="Segoe UI" panose="020B0502040204020203" pitchFamily="34" charset="0"/>
              </a:rPr>
              <a:t>sinh</a:t>
            </a:r>
            <a:r>
              <a:rPr lang="en-US" sz="1600" dirty="0">
                <a:solidFill>
                  <a:srgbClr val="000000"/>
                </a:solidFill>
                <a:latin typeface="Segoe UI" panose="020B0502040204020203" pitchFamily="34" charset="0"/>
                <a:cs typeface="Segoe UI" panose="020B0502040204020203" pitchFamily="34" charset="0"/>
              </a:rPr>
              <a:t> </a:t>
            </a:r>
            <a:r>
              <a:rPr lang="en-US" sz="1600" dirty="0" err="1">
                <a:solidFill>
                  <a:srgbClr val="000000"/>
                </a:solidFill>
                <a:latin typeface="Segoe UI" panose="020B0502040204020203" pitchFamily="34" charset="0"/>
                <a:cs typeface="Segoe UI" panose="020B0502040204020203" pitchFamily="34" charset="0"/>
              </a:rPr>
              <a:t>viên</a:t>
            </a:r>
            <a:r>
              <a:rPr lang="en-US" sz="1600" dirty="0">
                <a:solidFill>
                  <a:srgbClr val="000000"/>
                </a:solidFill>
                <a:latin typeface="Segoe UI" panose="020B0502040204020203" pitchFamily="34" charset="0"/>
                <a:cs typeface="Segoe UI" panose="020B0502040204020203" pitchFamily="34" charset="0"/>
              </a:rPr>
              <a:t> </a:t>
            </a:r>
            <a:r>
              <a:rPr lang="vi-VN" sz="1600" dirty="0">
                <a:solidFill>
                  <a:srgbClr val="000000"/>
                </a:solidFill>
                <a:latin typeface="Segoe UI" panose="020B0502040204020203" pitchFamily="34" charset="0"/>
                <a:cs typeface="Segoe UI" panose="020B0502040204020203" pitchFamily="34" charset="0"/>
              </a:rPr>
              <a:t>có thể hiểu rõ các rủi ro tiềm ẩn khắc phục chúng </a:t>
            </a:r>
            <a:endParaRPr lang="en-US" sz="1600" dirty="0">
              <a:solidFill>
                <a:srgbClr val="000000"/>
              </a:solidFill>
              <a:latin typeface="Segoe UI" panose="020B0502040204020203" pitchFamily="34" charset="0"/>
              <a:cs typeface="Segoe UI" panose="020B0502040204020203" pitchFamily="34" charset="0"/>
            </a:endParaRPr>
          </a:p>
          <a:p>
            <a:pPr marL="0" indent="0" fontAlgn="base"/>
            <a:endParaRPr lang="en-US" sz="1600" dirty="0">
              <a:solidFill>
                <a:srgbClr val="000000"/>
              </a:solidFill>
              <a:latin typeface="Segoe UI" panose="020B0502040204020203" pitchFamily="34" charset="0"/>
              <a:cs typeface="Segoe UI" panose="020B0502040204020203" pitchFamily="34" charset="0"/>
            </a:endParaRPr>
          </a:p>
          <a:p>
            <a:pPr marL="0" marR="0" lvl="0" indent="0" algn="just"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5B9BD5">
                    <a:lumMod val="75000"/>
                  </a:srgbClr>
                </a:solidFill>
                <a:effectLst/>
                <a:uLnTx/>
                <a:uFillTx/>
                <a:latin typeface="Segoe UI" panose="020B0502040204020203" pitchFamily="34" charset="0"/>
                <a:ea typeface="+mn-ea"/>
                <a:cs typeface="Segoe UI" panose="020B0502040204020203" pitchFamily="34" charset="0"/>
              </a:rPr>
              <a:t>- </a:t>
            </a:r>
            <a:r>
              <a:rPr kumimoji="0" lang="vi-VN" sz="1600" b="1" i="0" u="none" strike="noStrike" kern="1200" cap="none" spc="0" normalizeH="0" baseline="0" noProof="0" dirty="0">
                <a:ln>
                  <a:noFill/>
                </a:ln>
                <a:solidFill>
                  <a:srgbClr val="5B9BD5">
                    <a:lumMod val="75000"/>
                  </a:srgbClr>
                </a:solidFill>
                <a:effectLst/>
                <a:uLnTx/>
                <a:uFillTx/>
                <a:latin typeface="Segoe UI" panose="020B0502040204020203" pitchFamily="34" charset="0"/>
                <a:ea typeface="+mn-ea"/>
                <a:cs typeface="Segoe UI" panose="020B0502040204020203" pitchFamily="34" charset="0"/>
              </a:rPr>
              <a:t>Những gì đã đạt được: </a:t>
            </a:r>
            <a:r>
              <a:rPr lang="en-US" sz="1600" kern="1200" dirty="0" err="1">
                <a:solidFill>
                  <a:schemeClr val="tx1"/>
                </a:solidFill>
                <a:latin typeface="Segoe UI" panose="020B0502040204020203" pitchFamily="34" charset="0"/>
                <a:ea typeface="+mn-ea"/>
                <a:cs typeface="Segoe UI" panose="020B0502040204020203" pitchFamily="34" charset="0"/>
              </a:rPr>
              <a:t>gồm</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những</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việc</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đã</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đề</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cập</a:t>
            </a:r>
            <a:r>
              <a:rPr lang="en-US" sz="1600" kern="1200" dirty="0">
                <a:solidFill>
                  <a:schemeClr val="tx1"/>
                </a:solidFill>
                <a:latin typeface="Segoe UI" panose="020B0502040204020203" pitchFamily="34" charset="0"/>
                <a:ea typeface="+mn-ea"/>
                <a:cs typeface="Segoe UI" panose="020B0502040204020203" pitchFamily="34" charset="0"/>
              </a:rPr>
              <a:t> ở </a:t>
            </a:r>
            <a:r>
              <a:rPr lang="en-US" sz="1600" kern="1200" dirty="0" err="1">
                <a:solidFill>
                  <a:schemeClr val="tx1"/>
                </a:solidFill>
                <a:latin typeface="Segoe UI" panose="020B0502040204020203" pitchFamily="34" charset="0"/>
                <a:ea typeface="+mn-ea"/>
                <a:cs typeface="Segoe UI" panose="020B0502040204020203" pitchFamily="34" charset="0"/>
              </a:rPr>
              <a:t>giữa</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kỳ</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và</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các</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công</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việc</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sau</a:t>
            </a:r>
            <a:r>
              <a:rPr lang="en-US" sz="1600" kern="1200" dirty="0">
                <a:solidFill>
                  <a:schemeClr val="tx1"/>
                </a:solidFill>
                <a:latin typeface="Segoe UI" panose="020B0502040204020203" pitchFamily="34" charset="0"/>
                <a:ea typeface="+mn-ea"/>
                <a:cs typeface="Segoe UI" panose="020B0502040204020203" pitchFamily="34" charset="0"/>
              </a:rPr>
              <a:t>:</a:t>
            </a:r>
          </a:p>
          <a:p>
            <a:pPr marL="0" marR="0" lvl="0" indent="0" algn="just"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Fix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được</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các</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lỗ</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hổng</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trong</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Top 10 OWASP Mobile 2016</a:t>
            </a:r>
          </a:p>
          <a:p>
            <a:pPr marL="0" marR="0" lvl="0" indent="0" algn="just"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Cải</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tiến</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các</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tính</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năng</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bảo</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mật</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trong</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app</a:t>
            </a:r>
          </a:p>
          <a:p>
            <a:pPr marL="0" marR="0" lvl="0" indent="0" algn="just"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Cải</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tiến</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được</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trải</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nghiệm</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người</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dùng</a:t>
            </a:r>
            <a:r>
              <a:rPr lang="en-US" sz="1600" kern="1200" dirty="0">
                <a:solidFill>
                  <a:schemeClr val="tx1"/>
                </a:solidFill>
                <a:latin typeface="Segoe UI" panose="020B0502040204020203" pitchFamily="34" charset="0"/>
                <a:ea typeface="+mn-ea"/>
                <a:cs typeface="Segoe UI" panose="020B0502040204020203" pitchFamily="34" charset="0"/>
              </a:rPr>
              <a:t> UI/UX</a:t>
            </a:r>
          </a:p>
          <a:p>
            <a:pPr marL="0" marR="0" lvl="0" indent="0" algn="just"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Deploy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thành</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công</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Server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với</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HTTPS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và</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cấu</a:t>
            </a:r>
            <a:r>
              <a:rPr kumimoji="0" lang="en-US"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 </a:t>
            </a:r>
            <a:r>
              <a:rPr kumimoji="0" lang="en-US" sz="1600"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hìn</a:t>
            </a:r>
            <a:r>
              <a:rPr lang="en-US" sz="1600" kern="1200" dirty="0">
                <a:solidFill>
                  <a:schemeClr val="tx1"/>
                </a:solidFill>
                <a:latin typeface="Segoe UI" panose="020B0502040204020203" pitchFamily="34" charset="0"/>
                <a:ea typeface="+mn-ea"/>
                <a:cs typeface="Segoe UI" panose="020B0502040204020203" pitchFamily="34" charset="0"/>
              </a:rPr>
              <a:t>h Security Rule </a:t>
            </a:r>
            <a:r>
              <a:rPr lang="en-US" sz="1600" kern="1200" dirty="0" err="1">
                <a:solidFill>
                  <a:schemeClr val="tx1"/>
                </a:solidFill>
                <a:latin typeface="Segoe UI" panose="020B0502040204020203" pitchFamily="34" charset="0"/>
                <a:ea typeface="+mn-ea"/>
                <a:cs typeface="Segoe UI" panose="020B0502040204020203" pitchFamily="34" charset="0"/>
              </a:rPr>
              <a:t>cho</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máy</a:t>
            </a:r>
            <a:r>
              <a:rPr lang="en-US" sz="1600" kern="1200" dirty="0">
                <a:solidFill>
                  <a:schemeClr val="tx1"/>
                </a:solidFill>
                <a:latin typeface="Segoe UI" panose="020B0502040204020203" pitchFamily="34" charset="0"/>
                <a:ea typeface="+mn-ea"/>
                <a:cs typeface="Segoe UI" panose="020B0502040204020203" pitchFamily="34" charset="0"/>
              </a:rPr>
              <a:t> </a:t>
            </a:r>
            <a:r>
              <a:rPr lang="en-US" sz="1600" kern="1200" dirty="0" err="1">
                <a:solidFill>
                  <a:schemeClr val="tx1"/>
                </a:solidFill>
                <a:latin typeface="Segoe UI" panose="020B0502040204020203" pitchFamily="34" charset="0"/>
                <a:ea typeface="+mn-ea"/>
                <a:cs typeface="Segoe UI" panose="020B0502040204020203" pitchFamily="34" charset="0"/>
              </a:rPr>
              <a:t>chủ</a:t>
            </a:r>
            <a:endParaRPr kumimoji="0" lang="vi-VN" sz="160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indent="0" fontAlgn="base"/>
            <a:endParaRPr lang="vi-VN" sz="1600" dirty="0">
              <a:solidFill>
                <a:srgbClr val="000000"/>
              </a:solidFill>
              <a:latin typeface="Segoe UI" panose="020B0502040204020203" pitchFamily="34" charset="0"/>
              <a:cs typeface="Segoe UI" panose="020B0502040204020203" pitchFamily="34" charset="0"/>
            </a:endParaRPr>
          </a:p>
        </p:txBody>
      </p:sp>
      <p:sp>
        <p:nvSpPr>
          <p:cNvPr id="8" name="Google Shape;231;p30">
            <a:extLst>
              <a:ext uri="{FF2B5EF4-FFF2-40B4-BE49-F238E27FC236}">
                <a16:creationId xmlns:a16="http://schemas.microsoft.com/office/drawing/2014/main" id="{2FA2CD47-83B8-20AC-B97D-8B8C51E05A12}"/>
              </a:ext>
            </a:extLst>
          </p:cNvPr>
          <p:cNvSpPr txBox="1">
            <a:spLocks/>
          </p:cNvSpPr>
          <p:nvPr/>
        </p:nvSpPr>
        <p:spPr>
          <a:xfrm>
            <a:off x="2296671" y="177162"/>
            <a:ext cx="4434347" cy="71311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0000"/>
              <a:buFont typeface="Montserrat"/>
              <a:buNone/>
              <a:defRPr sz="6000" b="1" i="0" u="none" strike="noStrike" cap="none">
                <a:solidFill>
                  <a:schemeClr val="accent2"/>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10000"/>
              <a:buFont typeface="Montserrat"/>
              <a:buNone/>
              <a:defRPr sz="10000" b="1" i="0" u="none" strike="noStrike" cap="none">
                <a:solidFill>
                  <a:schemeClr val="dk1"/>
                </a:solidFill>
                <a:latin typeface="Montserrat"/>
                <a:ea typeface="Montserrat"/>
                <a:cs typeface="Montserrat"/>
                <a:sym typeface="Montserrat"/>
              </a:defRPr>
            </a:lvl9pPr>
          </a:lstStyle>
          <a:p>
            <a:r>
              <a:rPr lang="en-US" sz="3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THÔNG TIN CHUNG</a:t>
            </a:r>
          </a:p>
        </p:txBody>
      </p:sp>
    </p:spTree>
    <p:extLst>
      <p:ext uri="{BB962C8B-B14F-4D97-AF65-F5344CB8AC3E}">
        <p14:creationId xmlns:p14="http://schemas.microsoft.com/office/powerpoint/2010/main" val="32593450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D5333B8E-9DFC-1C46-82EC-87BC6CC2BE7A}"/>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1A56EE0E-BF0F-A3BA-7A43-98447CD58FCF}"/>
              </a:ext>
            </a:extLst>
          </p:cNvPr>
          <p:cNvSpPr txBox="1">
            <a:spLocks noGrp="1"/>
          </p:cNvSpPr>
          <p:nvPr>
            <p:ph type="title"/>
          </p:nvPr>
        </p:nvSpPr>
        <p:spPr>
          <a:xfrm>
            <a:off x="710575" y="1967872"/>
            <a:ext cx="4332900"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CẢI TIẾN TRẢI NGHIỆM NGƯỜI DÙNG TRONG APP</a:t>
            </a:r>
          </a:p>
        </p:txBody>
      </p:sp>
      <p:sp>
        <p:nvSpPr>
          <p:cNvPr id="231" name="Google Shape;231;p30">
            <a:extLst>
              <a:ext uri="{FF2B5EF4-FFF2-40B4-BE49-F238E27FC236}">
                <a16:creationId xmlns:a16="http://schemas.microsoft.com/office/drawing/2014/main" id="{939E5333-908C-5391-CC8B-511FDD68CE90}"/>
              </a:ext>
            </a:extLst>
          </p:cNvPr>
          <p:cNvSpPr txBox="1">
            <a:spLocks noGrp="1"/>
          </p:cNvSpPr>
          <p:nvPr>
            <p:ph type="title" idx="2"/>
          </p:nvPr>
        </p:nvSpPr>
        <p:spPr>
          <a:xfrm>
            <a:off x="710575"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GUI</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A3A4BABC-B88D-D02E-787C-FAC1BD24A669}"/>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0BC28F40-697D-308D-7A76-5B4A4A8F3EF4}"/>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29BCABBC-43DB-CBFF-22DF-6715ADA35989}"/>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74566E2C-56A8-4C0B-E319-90CDCD3F58E4}"/>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7CA0C8D9-BE5B-491E-E887-76EB2257E69F}"/>
              </a:ext>
            </a:extLst>
          </p:cNvPr>
          <p:cNvSpPr>
            <a:spLocks noGrp="1"/>
          </p:cNvSpPr>
          <p:nvPr>
            <p:ph type="sldNum" sz="quarter" idx="12"/>
          </p:nvPr>
        </p:nvSpPr>
        <p:spPr/>
        <p:txBody>
          <a:bodyPr/>
          <a:lstStyle/>
          <a:p>
            <a:fld id="{CF8920F0-685D-4D8A-A9EF-3EE1A60245BD}" type="slidenum">
              <a:rPr lang="en-US" smtClean="0"/>
              <a:t>5</a:t>
            </a:fld>
            <a:endParaRPr lang="en-US"/>
          </a:p>
        </p:txBody>
      </p:sp>
      <p:pic>
        <p:nvPicPr>
          <p:cNvPr id="5" name="Picture 4">
            <a:extLst>
              <a:ext uri="{FF2B5EF4-FFF2-40B4-BE49-F238E27FC236}">
                <a16:creationId xmlns:a16="http://schemas.microsoft.com/office/drawing/2014/main" id="{A131EB99-36A5-5E44-1F78-976FC6C5F7ED}"/>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41145753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47081B19-AC54-BBE4-FC3C-BE602E16AB7C}"/>
              </a:ext>
            </a:extLst>
          </p:cNvPr>
          <p:cNvPicPr>
            <a:picLocks noChangeAspect="1"/>
          </p:cNvPicPr>
          <p:nvPr/>
        </p:nvPicPr>
        <p:blipFill>
          <a:blip r:embed="rId3"/>
          <a:stretch>
            <a:fillRect/>
          </a:stretch>
        </p:blipFill>
        <p:spPr>
          <a:xfrm>
            <a:off x="1369412" y="964632"/>
            <a:ext cx="2913134" cy="3214234"/>
          </a:xfrm>
          <a:prstGeom prst="rect">
            <a:avLst/>
          </a:prstGeom>
          <a:ln>
            <a:solidFill>
              <a:schemeClr val="tx1"/>
            </a:solidFill>
          </a:ln>
        </p:spPr>
      </p:pic>
      <p:pic>
        <p:nvPicPr>
          <p:cNvPr id="12" name="Picture 11">
            <a:extLst>
              <a:ext uri="{FF2B5EF4-FFF2-40B4-BE49-F238E27FC236}">
                <a16:creationId xmlns:a16="http://schemas.microsoft.com/office/drawing/2014/main" id="{61200FD8-7C19-9071-297D-76F2B3ACD7B5}"/>
              </a:ext>
            </a:extLst>
          </p:cNvPr>
          <p:cNvPicPr>
            <a:picLocks noChangeAspect="1"/>
          </p:cNvPicPr>
          <p:nvPr/>
        </p:nvPicPr>
        <p:blipFill>
          <a:blip r:embed="rId4"/>
          <a:stretch>
            <a:fillRect/>
          </a:stretch>
        </p:blipFill>
        <p:spPr>
          <a:xfrm>
            <a:off x="4977625" y="247135"/>
            <a:ext cx="2300041" cy="4649229"/>
          </a:xfrm>
          <a:prstGeom prst="rect">
            <a:avLst/>
          </a:prstGeom>
        </p:spPr>
      </p:pic>
    </p:spTree>
    <p:extLst>
      <p:ext uri="{BB962C8B-B14F-4D97-AF65-F5344CB8AC3E}">
        <p14:creationId xmlns:p14="http://schemas.microsoft.com/office/powerpoint/2010/main" val="30037003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2248-7D56-0E92-865E-57A7EAD3F3B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3B3DEBA-4A11-6AD4-9576-46B9CC9F80BE}"/>
              </a:ext>
            </a:extLst>
          </p:cNvPr>
          <p:cNvPicPr>
            <a:picLocks noChangeAspect="1"/>
          </p:cNvPicPr>
          <p:nvPr/>
        </p:nvPicPr>
        <p:blipFill>
          <a:blip r:embed="rId3"/>
          <a:stretch>
            <a:fillRect/>
          </a:stretch>
        </p:blipFill>
        <p:spPr>
          <a:xfrm>
            <a:off x="897805" y="128031"/>
            <a:ext cx="2364099" cy="4887437"/>
          </a:xfrm>
          <a:prstGeom prst="rect">
            <a:avLst/>
          </a:prstGeom>
        </p:spPr>
      </p:pic>
      <p:pic>
        <p:nvPicPr>
          <p:cNvPr id="14" name="Picture 13">
            <a:extLst>
              <a:ext uri="{FF2B5EF4-FFF2-40B4-BE49-F238E27FC236}">
                <a16:creationId xmlns:a16="http://schemas.microsoft.com/office/drawing/2014/main" id="{0663E4C7-9A4A-1F9E-4F48-255111BA6A2E}"/>
              </a:ext>
            </a:extLst>
          </p:cNvPr>
          <p:cNvPicPr>
            <a:picLocks noChangeAspect="1"/>
          </p:cNvPicPr>
          <p:nvPr/>
        </p:nvPicPr>
        <p:blipFill>
          <a:blip r:embed="rId4"/>
          <a:stretch>
            <a:fillRect/>
          </a:stretch>
        </p:blipFill>
        <p:spPr>
          <a:xfrm>
            <a:off x="6012154" y="128031"/>
            <a:ext cx="2361404" cy="4887437"/>
          </a:xfrm>
          <a:prstGeom prst="rect">
            <a:avLst/>
          </a:prstGeom>
        </p:spPr>
      </p:pic>
      <p:pic>
        <p:nvPicPr>
          <p:cNvPr id="16" name="Picture 15">
            <a:extLst>
              <a:ext uri="{FF2B5EF4-FFF2-40B4-BE49-F238E27FC236}">
                <a16:creationId xmlns:a16="http://schemas.microsoft.com/office/drawing/2014/main" id="{53CAE75A-C86F-39D0-49DF-7D24EEA27649}"/>
              </a:ext>
            </a:extLst>
          </p:cNvPr>
          <p:cNvPicPr>
            <a:picLocks noChangeAspect="1"/>
          </p:cNvPicPr>
          <p:nvPr/>
        </p:nvPicPr>
        <p:blipFill>
          <a:blip r:embed="rId5"/>
          <a:stretch>
            <a:fillRect/>
          </a:stretch>
        </p:blipFill>
        <p:spPr>
          <a:xfrm>
            <a:off x="3448680" y="128031"/>
            <a:ext cx="2376697" cy="4887437"/>
          </a:xfrm>
          <a:prstGeom prst="rect">
            <a:avLst/>
          </a:prstGeom>
        </p:spPr>
      </p:pic>
    </p:spTree>
    <p:extLst>
      <p:ext uri="{BB962C8B-B14F-4D97-AF65-F5344CB8AC3E}">
        <p14:creationId xmlns:p14="http://schemas.microsoft.com/office/powerpoint/2010/main" val="241534951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E0670F6D-D255-3C81-A6AE-4C422145392C}"/>
            </a:ext>
          </a:extLst>
        </p:cNvPr>
        <p:cNvGrpSpPr/>
        <p:nvPr/>
      </p:nvGrpSpPr>
      <p:grpSpPr>
        <a:xfrm>
          <a:off x="0" y="0"/>
          <a:ext cx="0" cy="0"/>
          <a:chOff x="0" y="0"/>
          <a:chExt cx="0" cy="0"/>
        </a:xfrm>
      </p:grpSpPr>
      <p:sp>
        <p:nvSpPr>
          <p:cNvPr id="231" name="Google Shape;231;p30">
            <a:extLst>
              <a:ext uri="{FF2B5EF4-FFF2-40B4-BE49-F238E27FC236}">
                <a16:creationId xmlns:a16="http://schemas.microsoft.com/office/drawing/2014/main" id="{07FCE8C2-2027-73F2-8C84-EF03132DCF9A}"/>
              </a:ext>
            </a:extLst>
          </p:cNvPr>
          <p:cNvSpPr txBox="1">
            <a:spLocks noGrp="1"/>
          </p:cNvSpPr>
          <p:nvPr>
            <p:ph type="title" idx="2"/>
          </p:nvPr>
        </p:nvSpPr>
        <p:spPr>
          <a:xfrm>
            <a:off x="1153703" y="1383321"/>
            <a:ext cx="6835867" cy="2376857"/>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8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2</a:t>
            </a:r>
            <a:br>
              <a:rPr lang="en" sz="4000" dirty="0">
                <a:solidFill>
                  <a:schemeClr val="accent2">
                    <a:lumMod val="75000"/>
                    <a:lumOff val="25000"/>
                  </a:schemeClr>
                </a:solidFill>
                <a:latin typeface="Segoe UI" panose="020B0502040204020203" pitchFamily="34" charset="0"/>
                <a:cs typeface="Segoe UI" panose="020B0502040204020203" pitchFamily="34" charset="0"/>
              </a:rPr>
            </a:br>
            <a:r>
              <a:rPr lang="en-US" sz="4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KHAI THÁC VÀ CẢI TIẾN CÁC LỖ HỔNG</a:t>
            </a:r>
            <a:endParaRPr sz="4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AA7A2E5D-09CB-BDE6-939D-F9AEF8CDF64E}"/>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286E8A80-A466-5CCD-FCA0-05CD5195C574}"/>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C63B96B2-1FED-83EB-1E39-74811F4EBF87}"/>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F8B5C05A-64C2-94BD-71BC-DD1779D26A48}"/>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5" name="Slide Number Placeholder 4">
            <a:extLst>
              <a:ext uri="{FF2B5EF4-FFF2-40B4-BE49-F238E27FC236}">
                <a16:creationId xmlns:a16="http://schemas.microsoft.com/office/drawing/2014/main" id="{3520CCF7-8583-DAFD-6AB7-4EEE196C0A26}"/>
              </a:ext>
            </a:extLst>
          </p:cNvPr>
          <p:cNvSpPr>
            <a:spLocks noGrp="1"/>
          </p:cNvSpPr>
          <p:nvPr>
            <p:ph type="sldNum" sz="quarter" idx="12"/>
          </p:nvPr>
        </p:nvSpPr>
        <p:spPr/>
        <p:txBody>
          <a:bodyPr/>
          <a:lstStyle/>
          <a:p>
            <a:fld id="{CF8920F0-685D-4D8A-A9EF-3EE1A60245BD}" type="slidenum">
              <a:rPr lang="en-US" smtClean="0"/>
              <a:t>8</a:t>
            </a:fld>
            <a:endParaRPr lang="en-US"/>
          </a:p>
        </p:txBody>
      </p:sp>
    </p:spTree>
    <p:extLst>
      <p:ext uri="{BB962C8B-B14F-4D97-AF65-F5344CB8AC3E}">
        <p14:creationId xmlns:p14="http://schemas.microsoft.com/office/powerpoint/2010/main" val="4939419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DBE19C66-2906-21DD-B2B7-CAF2238F32E0}"/>
            </a:ext>
          </a:extLst>
        </p:cNvPr>
        <p:cNvGrpSpPr/>
        <p:nvPr/>
      </p:nvGrpSpPr>
      <p:grpSpPr>
        <a:xfrm>
          <a:off x="0" y="0"/>
          <a:ext cx="0" cy="0"/>
          <a:chOff x="0" y="0"/>
          <a:chExt cx="0" cy="0"/>
        </a:xfrm>
      </p:grpSpPr>
      <p:sp>
        <p:nvSpPr>
          <p:cNvPr id="231" name="Google Shape;231;p30">
            <a:extLst>
              <a:ext uri="{FF2B5EF4-FFF2-40B4-BE49-F238E27FC236}">
                <a16:creationId xmlns:a16="http://schemas.microsoft.com/office/drawing/2014/main" id="{523AE08E-45EA-B5F9-B0CB-99141590C911}"/>
              </a:ext>
            </a:extLst>
          </p:cNvPr>
          <p:cNvSpPr txBox="1">
            <a:spLocks noGrp="1"/>
          </p:cNvSpPr>
          <p:nvPr>
            <p:ph type="title" idx="2"/>
          </p:nvPr>
        </p:nvSpPr>
        <p:spPr>
          <a:xfrm>
            <a:off x="404014" y="1258188"/>
            <a:ext cx="5954256" cy="64582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ANDROID KEYSTORE</a:t>
            </a:r>
            <a:endParaRPr sz="32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47B4E8AD-90FD-2DDC-64C0-2AC2DC11A47F}"/>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A088197F-280C-7711-4BBA-42A71CE572CF}"/>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A508F960-17FB-ADED-96BF-93C6626C63B6}"/>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81D8EC22-1E3A-E338-805F-6E41DE08C39D}"/>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5" name="Slide Number Placeholder 4">
            <a:extLst>
              <a:ext uri="{FF2B5EF4-FFF2-40B4-BE49-F238E27FC236}">
                <a16:creationId xmlns:a16="http://schemas.microsoft.com/office/drawing/2014/main" id="{6D13E3FF-FDF9-F111-A634-30C52DA3D37C}"/>
              </a:ext>
            </a:extLst>
          </p:cNvPr>
          <p:cNvSpPr>
            <a:spLocks noGrp="1"/>
          </p:cNvSpPr>
          <p:nvPr>
            <p:ph type="sldNum" sz="quarter" idx="12"/>
          </p:nvPr>
        </p:nvSpPr>
        <p:spPr/>
        <p:txBody>
          <a:bodyPr/>
          <a:lstStyle/>
          <a:p>
            <a:fld id="{CF8920F0-685D-4D8A-A9EF-3EE1A60245BD}" type="slidenum">
              <a:rPr lang="en-US" smtClean="0"/>
              <a:t>9</a:t>
            </a:fld>
            <a:endParaRPr lang="en-US"/>
          </a:p>
        </p:txBody>
      </p:sp>
      <p:pic>
        <p:nvPicPr>
          <p:cNvPr id="9" name="Picture 8">
            <a:extLst>
              <a:ext uri="{FF2B5EF4-FFF2-40B4-BE49-F238E27FC236}">
                <a16:creationId xmlns:a16="http://schemas.microsoft.com/office/drawing/2014/main" id="{2CAAC411-50F0-61A8-F5B9-C06AE8D44100}"/>
              </a:ext>
            </a:extLst>
          </p:cNvPr>
          <p:cNvPicPr>
            <a:picLocks noChangeAspect="1"/>
          </p:cNvPicPr>
          <p:nvPr/>
        </p:nvPicPr>
        <p:blipFill>
          <a:blip r:embed="rId4"/>
          <a:srcRect t="96" b="96"/>
          <a:stretch/>
        </p:blipFill>
        <p:spPr>
          <a:xfrm>
            <a:off x="5057023" y="612053"/>
            <a:ext cx="3542388" cy="3542388"/>
          </a:xfrm>
          <a:prstGeom prst="roundRect">
            <a:avLst/>
          </a:prstGeom>
        </p:spPr>
      </p:pic>
      <p:sp>
        <p:nvSpPr>
          <p:cNvPr id="6" name="TextBox 5">
            <a:extLst>
              <a:ext uri="{FF2B5EF4-FFF2-40B4-BE49-F238E27FC236}">
                <a16:creationId xmlns:a16="http://schemas.microsoft.com/office/drawing/2014/main" id="{F426625E-7C1C-C465-03C7-8DCE1F4E8FA5}"/>
              </a:ext>
            </a:extLst>
          </p:cNvPr>
          <p:cNvSpPr txBox="1"/>
          <p:nvPr/>
        </p:nvSpPr>
        <p:spPr>
          <a:xfrm>
            <a:off x="404014" y="1904017"/>
            <a:ext cx="4458609" cy="1384995"/>
          </a:xfrm>
          <a:prstGeom prst="rect">
            <a:avLst/>
          </a:prstGeom>
          <a:noFill/>
        </p:spPr>
        <p:txBody>
          <a:bodyPr wrap="square">
            <a:spAutoFit/>
          </a:bodyPr>
          <a:lstStyle/>
          <a:p>
            <a:r>
              <a:rPr lang="vi-VN" b="1" i="0" dirty="0">
                <a:solidFill>
                  <a:schemeClr val="tx1"/>
                </a:solidFill>
                <a:effectLst/>
                <a:latin typeface="Segoe UI Variable Text" pitchFamily="2" charset="0"/>
              </a:rPr>
              <a:t>Android KeyStore</a:t>
            </a:r>
            <a:r>
              <a:rPr lang="vi-VN" b="0" i="0" dirty="0">
                <a:solidFill>
                  <a:schemeClr val="tx1"/>
                </a:solidFill>
                <a:effectLst/>
                <a:latin typeface="Segoe UI Variable Text" pitchFamily="2" charset="0"/>
              </a:rPr>
              <a:t> là một thành phần bảo mật quan trọng trong hệ điều hành Android, được thiết kế để lưu trữ và quản lý các khóa mã hóa một cách an toàn. Nó bảo vệ các khóa khỏi việc bị đánh cắp hoặc bị lộ bằng cách sử dụng cả biện pháp bảo mật phần mềm và phần cứng (nếu có).</a:t>
            </a:r>
            <a:endParaRPr lang="en-US" dirty="0">
              <a:solidFill>
                <a:schemeClr val="tx1"/>
              </a:solidFill>
            </a:endParaRPr>
          </a:p>
        </p:txBody>
      </p:sp>
    </p:spTree>
    <p:extLst>
      <p:ext uri="{BB962C8B-B14F-4D97-AF65-F5344CB8AC3E}">
        <p14:creationId xmlns:p14="http://schemas.microsoft.com/office/powerpoint/2010/main" val="29551923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038E55-4306-C2F3-0C79-1264467B2C7A}"/>
              </a:ext>
            </a:extLst>
          </p:cNvPr>
          <p:cNvSpPr>
            <a:spLocks noGrp="1"/>
          </p:cNvSpPr>
          <p:nvPr>
            <p:ph type="sldNum" sz="quarter" idx="12"/>
          </p:nvPr>
        </p:nvSpPr>
        <p:spPr/>
        <p:txBody>
          <a:bodyPr/>
          <a:lstStyle/>
          <a:p>
            <a:fld id="{CF8920F0-685D-4D8A-A9EF-3EE1A60245BD}" type="slidenum">
              <a:rPr lang="en-US" smtClean="0"/>
              <a:t>10</a:t>
            </a:fld>
            <a:endParaRPr lang="en-US"/>
          </a:p>
        </p:txBody>
      </p:sp>
      <p:sp>
        <p:nvSpPr>
          <p:cNvPr id="5" name="Google Shape;809;p48">
            <a:extLst>
              <a:ext uri="{FF2B5EF4-FFF2-40B4-BE49-F238E27FC236}">
                <a16:creationId xmlns:a16="http://schemas.microsoft.com/office/drawing/2014/main" id="{D5B701C8-B6DF-194A-92EE-1CF093C9E03C}"/>
              </a:ext>
            </a:extLst>
          </p:cNvPr>
          <p:cNvSpPr txBox="1">
            <a:spLocks noGrp="1"/>
          </p:cNvSpPr>
          <p:nvPr>
            <p:ph type="title"/>
          </p:nvPr>
        </p:nvSpPr>
        <p:spPr>
          <a:xfrm>
            <a:off x="2867689" y="290903"/>
            <a:ext cx="3408622" cy="6731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ĐẶC ĐIỂM CHÍNH</a:t>
            </a:r>
          </a:p>
        </p:txBody>
      </p:sp>
      <p:sp>
        <p:nvSpPr>
          <p:cNvPr id="9" name="TextBox 8">
            <a:extLst>
              <a:ext uri="{FF2B5EF4-FFF2-40B4-BE49-F238E27FC236}">
                <a16:creationId xmlns:a16="http://schemas.microsoft.com/office/drawing/2014/main" id="{92F3C911-CA82-6D96-B88D-5350B51321B4}"/>
              </a:ext>
            </a:extLst>
          </p:cNvPr>
          <p:cNvSpPr txBox="1"/>
          <p:nvPr/>
        </p:nvSpPr>
        <p:spPr>
          <a:xfrm>
            <a:off x="468718" y="1093146"/>
            <a:ext cx="8206564" cy="3139321"/>
          </a:xfrm>
          <a:prstGeom prst="rect">
            <a:avLst/>
          </a:prstGeom>
          <a:noFill/>
        </p:spPr>
        <p:txBody>
          <a:bodyPr wrap="square">
            <a:spAutoFit/>
          </a:bodyPr>
          <a:lstStyle/>
          <a:p>
            <a:pPr algn="l"/>
            <a:r>
              <a:rPr lang="vi-VN" sz="1800" b="1" i="0" dirty="0">
                <a:solidFill>
                  <a:schemeClr val="tx1"/>
                </a:solidFill>
                <a:effectLst/>
                <a:latin typeface="Segoe UI" panose="020B0502040204020203" pitchFamily="34" charset="0"/>
                <a:cs typeface="Segoe UI" panose="020B0502040204020203" pitchFamily="34" charset="0"/>
              </a:rPr>
              <a:t>Lưu trữ khóa an toàn:</a:t>
            </a:r>
            <a:endParaRPr lang="en-US" sz="1800" dirty="0">
              <a:solidFill>
                <a:schemeClr val="tx1"/>
              </a:solidFill>
              <a:latin typeface="Segoe UI" panose="020B0502040204020203" pitchFamily="34" charset="0"/>
              <a:cs typeface="Segoe UI" panose="020B0502040204020203" pitchFamily="34" charset="0"/>
            </a:endParaRPr>
          </a:p>
          <a:p>
            <a:pPr algn="l"/>
            <a:r>
              <a:rPr lang="en-US" sz="1800" b="0" i="0" dirty="0">
                <a:solidFill>
                  <a:schemeClr val="tx1"/>
                </a:solidFill>
                <a:effectLst/>
                <a:latin typeface="Segoe UI" panose="020B0502040204020203" pitchFamily="34" charset="0"/>
                <a:cs typeface="Segoe UI" panose="020B0502040204020203" pitchFamily="34" charset="0"/>
              </a:rPr>
              <a:t>- </a:t>
            </a:r>
            <a:r>
              <a:rPr lang="en-US" sz="1800" dirty="0">
                <a:solidFill>
                  <a:schemeClr val="tx1"/>
                </a:solidFill>
                <a:latin typeface="Segoe UI" panose="020B0502040204020203" pitchFamily="34" charset="0"/>
                <a:cs typeface="Segoe UI" panose="020B0502040204020203" pitchFamily="34" charset="0"/>
              </a:rPr>
              <a:t>K</a:t>
            </a:r>
            <a:r>
              <a:rPr lang="vi-VN" sz="1800" b="0" i="0" dirty="0">
                <a:solidFill>
                  <a:schemeClr val="tx1"/>
                </a:solidFill>
                <a:effectLst/>
                <a:latin typeface="Segoe UI" panose="020B0502040204020203" pitchFamily="34" charset="0"/>
                <a:cs typeface="Segoe UI" panose="020B0502040204020203" pitchFamily="34" charset="0"/>
              </a:rPr>
              <a:t>hông thể bị xuất trực tiếp bởi ứng dụng hoặc hệ thống, chỉ có thể được sử dụng thông qua các API của KeyStore.</a:t>
            </a:r>
            <a:endParaRPr lang="en-US" sz="1800" b="0" i="0" dirty="0">
              <a:solidFill>
                <a:schemeClr val="tx1"/>
              </a:solidFill>
              <a:effectLst/>
              <a:latin typeface="Segoe UI" panose="020B0502040204020203" pitchFamily="34" charset="0"/>
              <a:cs typeface="Segoe UI" panose="020B0502040204020203" pitchFamily="34" charset="0"/>
            </a:endParaRPr>
          </a:p>
          <a:p>
            <a:pPr algn="l"/>
            <a:r>
              <a:rPr lang="en-US" sz="1800" dirty="0">
                <a:solidFill>
                  <a:schemeClr val="tx1"/>
                </a:solidFill>
                <a:latin typeface="Segoe UI" panose="020B0502040204020203" pitchFamily="34" charset="0"/>
                <a:cs typeface="Segoe UI" panose="020B0502040204020203" pitchFamily="34" charset="0"/>
              </a:rPr>
              <a:t>- </a:t>
            </a:r>
            <a:r>
              <a:rPr lang="vi-VN" sz="1800" b="0" i="0" dirty="0">
                <a:solidFill>
                  <a:schemeClr val="tx1"/>
                </a:solidFill>
                <a:effectLst/>
                <a:latin typeface="Segoe UI" panose="020B0502040204020203" pitchFamily="34" charset="0"/>
                <a:cs typeface="Segoe UI" panose="020B0502040204020203" pitchFamily="34" charset="0"/>
              </a:rPr>
              <a:t>Hạn chế truy cập trái phép vào khóa.</a:t>
            </a:r>
          </a:p>
          <a:p>
            <a:pPr algn="l"/>
            <a:endParaRPr lang="en-US" sz="1800" b="1" i="0" dirty="0">
              <a:solidFill>
                <a:schemeClr val="tx1"/>
              </a:solidFill>
              <a:effectLst/>
              <a:latin typeface="Segoe UI" panose="020B0502040204020203" pitchFamily="34" charset="0"/>
              <a:cs typeface="Segoe UI" panose="020B0502040204020203" pitchFamily="34" charset="0"/>
            </a:endParaRPr>
          </a:p>
          <a:p>
            <a:pPr algn="l"/>
            <a:r>
              <a:rPr lang="vi-VN" sz="1800" b="1" i="0" dirty="0">
                <a:solidFill>
                  <a:schemeClr val="tx1"/>
                </a:solidFill>
                <a:effectLst/>
                <a:latin typeface="Segoe UI" panose="020B0502040204020203" pitchFamily="34" charset="0"/>
                <a:cs typeface="Segoe UI" panose="020B0502040204020203" pitchFamily="34" charset="0"/>
              </a:rPr>
              <a:t>Hỗ trợ phần cứng bảo mật:</a:t>
            </a:r>
            <a:r>
              <a:rPr lang="en-US" sz="1800" dirty="0">
                <a:solidFill>
                  <a:schemeClr val="tx1"/>
                </a:solidFill>
                <a:latin typeface="Segoe UI" panose="020B0502040204020203" pitchFamily="34" charset="0"/>
                <a:cs typeface="Segoe UI" panose="020B0502040204020203" pitchFamily="34" charset="0"/>
              </a:rPr>
              <a:t> </a:t>
            </a:r>
            <a:r>
              <a:rPr lang="vi-VN" sz="1800" b="0" i="0" dirty="0">
                <a:solidFill>
                  <a:schemeClr val="tx1"/>
                </a:solidFill>
                <a:effectLst/>
                <a:latin typeface="Segoe UI" panose="020B0502040204020203" pitchFamily="34" charset="0"/>
                <a:cs typeface="Segoe UI" panose="020B0502040204020203" pitchFamily="34" charset="0"/>
              </a:rPr>
              <a:t>Trên các thiết bị hỗ trợ </a:t>
            </a:r>
            <a:r>
              <a:rPr lang="vi-VN" sz="1800" b="1" i="0" dirty="0">
                <a:solidFill>
                  <a:schemeClr val="tx1"/>
                </a:solidFill>
                <a:effectLst/>
                <a:latin typeface="Segoe UI" panose="020B0502040204020203" pitchFamily="34" charset="0"/>
                <a:cs typeface="Segoe UI" panose="020B0502040204020203" pitchFamily="34" charset="0"/>
              </a:rPr>
              <a:t>Trusted Execution</a:t>
            </a:r>
            <a:r>
              <a:rPr lang="en-US" sz="1800" b="1" i="0" dirty="0">
                <a:solidFill>
                  <a:schemeClr val="tx1"/>
                </a:solidFill>
                <a:effectLst/>
                <a:latin typeface="Segoe UI" panose="020B0502040204020203" pitchFamily="34" charset="0"/>
                <a:cs typeface="Segoe UI" panose="020B0502040204020203" pitchFamily="34" charset="0"/>
              </a:rPr>
              <a:t> </a:t>
            </a:r>
            <a:r>
              <a:rPr lang="vi-VN" sz="1800" b="1" i="0" dirty="0">
                <a:solidFill>
                  <a:schemeClr val="tx1"/>
                </a:solidFill>
                <a:effectLst/>
                <a:latin typeface="Segoe UI" panose="020B0502040204020203" pitchFamily="34" charset="0"/>
                <a:cs typeface="Segoe UI" panose="020B0502040204020203" pitchFamily="34" charset="0"/>
              </a:rPr>
              <a:t>Environment (TEE)</a:t>
            </a:r>
            <a:r>
              <a:rPr lang="vi-VN" sz="1800" b="0" i="0" dirty="0">
                <a:solidFill>
                  <a:schemeClr val="tx1"/>
                </a:solidFill>
                <a:effectLst/>
                <a:latin typeface="Segoe UI" panose="020B0502040204020203" pitchFamily="34" charset="0"/>
                <a:cs typeface="Segoe UI" panose="020B0502040204020203" pitchFamily="34" charset="0"/>
              </a:rPr>
              <a:t> hoặc </a:t>
            </a:r>
            <a:r>
              <a:rPr lang="vi-VN" sz="1800" b="1" i="0" dirty="0">
                <a:solidFill>
                  <a:schemeClr val="tx1"/>
                </a:solidFill>
                <a:effectLst/>
                <a:latin typeface="Segoe UI" panose="020B0502040204020203" pitchFamily="34" charset="0"/>
                <a:cs typeface="Segoe UI" panose="020B0502040204020203" pitchFamily="34" charset="0"/>
              </a:rPr>
              <a:t>Secure Element (SE)</a:t>
            </a:r>
            <a:r>
              <a:rPr lang="vi-VN" sz="1800" b="0" i="0" dirty="0">
                <a:solidFill>
                  <a:schemeClr val="tx1"/>
                </a:solidFill>
                <a:effectLst/>
                <a:latin typeface="Segoe UI" panose="020B0502040204020203" pitchFamily="34" charset="0"/>
                <a:cs typeface="Segoe UI" panose="020B0502040204020203" pitchFamily="34" charset="0"/>
              </a:rPr>
              <a:t>, Android KeyStore lưu trữ khóa trong một môi trường bảo mật độc lập với hệ điều hành chính.</a:t>
            </a:r>
            <a:endParaRPr lang="en-US" sz="1800" b="0" i="0" dirty="0">
              <a:solidFill>
                <a:schemeClr val="tx1"/>
              </a:solidFill>
              <a:effectLst/>
              <a:latin typeface="Segoe UI" panose="020B0502040204020203" pitchFamily="34" charset="0"/>
              <a:cs typeface="Segoe UI" panose="020B0502040204020203" pitchFamily="34" charset="0"/>
            </a:endParaRPr>
          </a:p>
          <a:p>
            <a:pPr algn="l"/>
            <a:endParaRPr lang="en-US" sz="1800" dirty="0">
              <a:solidFill>
                <a:schemeClr val="tx1"/>
              </a:solidFill>
              <a:latin typeface="Segoe UI" panose="020B0502040204020203" pitchFamily="34" charset="0"/>
              <a:cs typeface="Segoe UI" panose="020B0502040204020203" pitchFamily="34" charset="0"/>
            </a:endParaRPr>
          </a:p>
          <a:p>
            <a:pPr algn="l"/>
            <a:r>
              <a:rPr lang="vi-VN" sz="1800" b="1" i="0" dirty="0">
                <a:solidFill>
                  <a:schemeClr val="tx1"/>
                </a:solidFill>
                <a:effectLst/>
                <a:latin typeface="Segoe UI" panose="020B0502040204020203" pitchFamily="34" charset="0"/>
                <a:cs typeface="Segoe UI" panose="020B0502040204020203" pitchFamily="34" charset="0"/>
              </a:rPr>
              <a:t>Bảo mật sinh trắc học:</a:t>
            </a:r>
            <a:r>
              <a:rPr lang="en-US" sz="1800" b="1" i="0" dirty="0">
                <a:solidFill>
                  <a:schemeClr val="tx1"/>
                </a:solidFill>
                <a:effectLst/>
                <a:latin typeface="Segoe UI" panose="020B0502040204020203" pitchFamily="34" charset="0"/>
                <a:cs typeface="Segoe UI" panose="020B0502040204020203" pitchFamily="34" charset="0"/>
              </a:rPr>
              <a:t> </a:t>
            </a:r>
            <a:r>
              <a:rPr lang="vi-VN" sz="1800" b="0" i="0" dirty="0">
                <a:solidFill>
                  <a:schemeClr val="tx1"/>
                </a:solidFill>
                <a:effectLst/>
                <a:latin typeface="Segoe UI" panose="020B0502040204020203" pitchFamily="34" charset="0"/>
                <a:cs typeface="Segoe UI" panose="020B0502040204020203" pitchFamily="34" charset="0"/>
              </a:rPr>
              <a:t>KeyStore tích hợp với các phương thức xác thực sinh trắc học (vân tay, khuôn mặt) để xác thực người dùng trước khi sử dụng khóa.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E28DD633-7DAB-DFB1-68F1-9C330D3784F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E83FB3-D12D-2F72-7706-9741C05BF725}"/>
              </a:ext>
            </a:extLst>
          </p:cNvPr>
          <p:cNvSpPr>
            <a:spLocks noGrp="1"/>
          </p:cNvSpPr>
          <p:nvPr>
            <p:ph type="sldNum" sz="quarter" idx="12"/>
          </p:nvPr>
        </p:nvSpPr>
        <p:spPr/>
        <p:txBody>
          <a:bodyPr/>
          <a:lstStyle/>
          <a:p>
            <a:fld id="{CF8920F0-685D-4D8A-A9EF-3EE1A60245BD}" type="slidenum">
              <a:rPr lang="en-US" smtClean="0"/>
              <a:t>11</a:t>
            </a:fld>
            <a:endParaRPr lang="en-US"/>
          </a:p>
        </p:txBody>
      </p:sp>
      <p:sp>
        <p:nvSpPr>
          <p:cNvPr id="5" name="Google Shape;809;p48">
            <a:extLst>
              <a:ext uri="{FF2B5EF4-FFF2-40B4-BE49-F238E27FC236}">
                <a16:creationId xmlns:a16="http://schemas.microsoft.com/office/drawing/2014/main" id="{05D39272-FE07-F36C-E77D-F9EFF84589F7}"/>
              </a:ext>
            </a:extLst>
          </p:cNvPr>
          <p:cNvSpPr txBox="1">
            <a:spLocks noGrp="1"/>
          </p:cNvSpPr>
          <p:nvPr>
            <p:ph type="title"/>
          </p:nvPr>
        </p:nvSpPr>
        <p:spPr>
          <a:xfrm>
            <a:off x="2867689" y="290903"/>
            <a:ext cx="3408622" cy="6731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ĐẶC ĐIỂM CHÍNH</a:t>
            </a:r>
          </a:p>
        </p:txBody>
      </p:sp>
      <p:sp>
        <p:nvSpPr>
          <p:cNvPr id="7" name="Rectangle 4">
            <a:extLst>
              <a:ext uri="{FF2B5EF4-FFF2-40B4-BE49-F238E27FC236}">
                <a16:creationId xmlns:a16="http://schemas.microsoft.com/office/drawing/2014/main" id="{81BC619E-4180-0D1E-5686-28DF076ED7A0}"/>
              </a:ext>
            </a:extLst>
          </p:cNvPr>
          <p:cNvSpPr>
            <a:spLocks noChangeArrowheads="1"/>
          </p:cNvSpPr>
          <p:nvPr/>
        </p:nvSpPr>
        <p:spPr bwMode="auto">
          <a:xfrm>
            <a:off x="0" y="1394107"/>
            <a:ext cx="65" cy="1238498"/>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00" rIns="0" bIns="4761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A4DFFE56-23A5-DD8F-C8AB-290FCD8C4BF8}"/>
              </a:ext>
            </a:extLst>
          </p:cNvPr>
          <p:cNvSpPr>
            <a:spLocks noChangeArrowheads="1"/>
          </p:cNvSpPr>
          <p:nvPr/>
        </p:nvSpPr>
        <p:spPr bwMode="auto">
          <a:xfrm>
            <a:off x="-125730" y="2661850"/>
            <a:ext cx="65" cy="276999"/>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B9595BCD-C7B1-71A3-6E91-F88123059B49}"/>
              </a:ext>
            </a:extLst>
          </p:cNvPr>
          <p:cNvSpPr txBox="1"/>
          <p:nvPr/>
        </p:nvSpPr>
        <p:spPr>
          <a:xfrm>
            <a:off x="271129" y="906618"/>
            <a:ext cx="8477651" cy="3970318"/>
          </a:xfrm>
          <a:prstGeom prst="rect">
            <a:avLst/>
          </a:prstGeom>
          <a:noFill/>
        </p:spPr>
        <p:txBody>
          <a:bodyPr wrap="square">
            <a:spAutoFit/>
          </a:bodyPr>
          <a:lstStyle/>
          <a:p>
            <a:r>
              <a:rPr lang="en-US" sz="1800" b="1" dirty="0">
                <a:latin typeface="Segoe UI" panose="020B0502040204020203" pitchFamily="34" charset="0"/>
                <a:cs typeface="Segoe UI" panose="020B0502040204020203" pitchFamily="34" charset="0"/>
              </a:rPr>
              <a:t>- </a:t>
            </a:r>
            <a:r>
              <a:rPr lang="vi-VN" sz="1800" b="1" dirty="0">
                <a:latin typeface="Segoe UI" panose="020B0502040204020203" pitchFamily="34" charset="0"/>
                <a:cs typeface="Segoe UI" panose="020B0502040204020203" pitchFamily="34" charset="0"/>
              </a:rPr>
              <a:t>Lưu trong phần cứng (Hardware-Backed KeyStore):</a:t>
            </a:r>
          </a:p>
          <a:p>
            <a:r>
              <a:rPr lang="en-US" sz="1800" dirty="0">
                <a:latin typeface="Segoe UI" panose="020B0502040204020203" pitchFamily="34" charset="0"/>
                <a:cs typeface="Segoe UI" panose="020B0502040204020203" pitchFamily="34" charset="0"/>
              </a:rPr>
              <a:t>+ </a:t>
            </a:r>
            <a:r>
              <a:rPr lang="vi-VN" sz="1800" dirty="0">
                <a:latin typeface="Segoe UI" panose="020B0502040204020203" pitchFamily="34" charset="0"/>
                <a:cs typeface="Segoe UI" panose="020B0502040204020203" pitchFamily="34" charset="0"/>
              </a:rPr>
              <a:t>Khóa lưu trong phần cứng bảo mật như </a:t>
            </a:r>
            <a:r>
              <a:rPr lang="vi-VN" sz="1800" b="1" dirty="0">
                <a:latin typeface="Segoe UI" panose="020B0502040204020203" pitchFamily="34" charset="0"/>
                <a:cs typeface="Segoe UI" panose="020B0502040204020203" pitchFamily="34" charset="0"/>
              </a:rPr>
              <a:t>Trusted Execution Environment (TEE)</a:t>
            </a:r>
            <a:r>
              <a:rPr lang="vi-VN" sz="1800" dirty="0">
                <a:latin typeface="Segoe UI" panose="020B0502040204020203" pitchFamily="34" charset="0"/>
                <a:cs typeface="Segoe UI" panose="020B0502040204020203" pitchFamily="34" charset="0"/>
              </a:rPr>
              <a:t> hoặc </a:t>
            </a:r>
            <a:r>
              <a:rPr lang="vi-VN" sz="1800" b="1" dirty="0">
                <a:latin typeface="Segoe UI" panose="020B0502040204020203" pitchFamily="34" charset="0"/>
                <a:cs typeface="Segoe UI" panose="020B0502040204020203" pitchFamily="34" charset="0"/>
              </a:rPr>
              <a:t>Secure Element (SE</a:t>
            </a:r>
            <a:r>
              <a:rPr lang="vi-VN" sz="1800" dirty="0">
                <a:latin typeface="Segoe UI" panose="020B0502040204020203" pitchFamily="34" charset="0"/>
                <a:cs typeface="Segoe UI" panose="020B0502040204020203" pitchFamily="34" charset="0"/>
              </a:rPr>
              <a:t>).</a:t>
            </a:r>
          </a:p>
          <a:p>
            <a:r>
              <a:rPr lang="en-US" sz="1800" dirty="0">
                <a:latin typeface="Segoe UI" panose="020B0502040204020203" pitchFamily="34" charset="0"/>
                <a:cs typeface="Segoe UI" panose="020B0502040204020203" pitchFamily="34" charset="0"/>
              </a:rPr>
              <a:t>+ </a:t>
            </a:r>
            <a:r>
              <a:rPr lang="vi-VN" sz="1800" dirty="0">
                <a:latin typeface="Segoe UI" panose="020B0502040204020203" pitchFamily="34" charset="0"/>
                <a:cs typeface="Segoe UI" panose="020B0502040204020203" pitchFamily="34" charset="0"/>
              </a:rPr>
              <a:t>Bảo mật cao: Khóa không thể bị trích xuất, bảo vệ trước tấn công vật lý và side-channel.</a:t>
            </a:r>
          </a:p>
          <a:p>
            <a:r>
              <a:rPr lang="en-US" sz="1800" dirty="0">
                <a:latin typeface="Segoe UI" panose="020B0502040204020203" pitchFamily="34" charset="0"/>
                <a:cs typeface="Segoe UI" panose="020B0502040204020203" pitchFamily="34" charset="0"/>
              </a:rPr>
              <a:t>+ </a:t>
            </a:r>
            <a:r>
              <a:rPr lang="vi-VN" sz="1800" dirty="0">
                <a:latin typeface="Segoe UI" panose="020B0502040204020203" pitchFamily="34" charset="0"/>
                <a:cs typeface="Segoe UI" panose="020B0502040204020203" pitchFamily="34" charset="0"/>
              </a:rPr>
              <a:t>Hiệu năng tốt: Thao tác mã hóa/giải mã thực hiện trực tiếp trên phần cứng.</a:t>
            </a:r>
          </a:p>
          <a:p>
            <a:endParaRPr lang="en-US" sz="1800" dirty="0">
              <a:latin typeface="Segoe UI" panose="020B0502040204020203" pitchFamily="34" charset="0"/>
              <a:cs typeface="Segoe UI" panose="020B0502040204020203" pitchFamily="34" charset="0"/>
            </a:endParaRPr>
          </a:p>
          <a:p>
            <a:r>
              <a:rPr lang="en-US" sz="1800" b="1" dirty="0">
                <a:latin typeface="Segoe UI" panose="020B0502040204020203" pitchFamily="34" charset="0"/>
                <a:cs typeface="Segoe UI" panose="020B0502040204020203" pitchFamily="34" charset="0"/>
              </a:rPr>
              <a:t>- </a:t>
            </a:r>
            <a:r>
              <a:rPr lang="vi-VN" sz="1800" b="1" dirty="0">
                <a:latin typeface="Segoe UI" panose="020B0502040204020203" pitchFamily="34" charset="0"/>
                <a:cs typeface="Segoe UI" panose="020B0502040204020203" pitchFamily="34" charset="0"/>
              </a:rPr>
              <a:t>Lưu trong phần mềm (Software-Backed KeyStore):</a:t>
            </a:r>
          </a:p>
          <a:p>
            <a:r>
              <a:rPr lang="en-US" sz="1800" dirty="0">
                <a:latin typeface="Segoe UI" panose="020B0502040204020203" pitchFamily="34" charset="0"/>
                <a:cs typeface="Segoe UI" panose="020B0502040204020203" pitchFamily="34" charset="0"/>
              </a:rPr>
              <a:t>+ </a:t>
            </a:r>
            <a:r>
              <a:rPr lang="vi-VN" sz="1800" dirty="0">
                <a:latin typeface="Segoe UI" panose="020B0502040204020203" pitchFamily="34" charset="0"/>
                <a:cs typeface="Segoe UI" panose="020B0502040204020203" pitchFamily="34" charset="0"/>
              </a:rPr>
              <a:t>Khóa lưu trong bộ nhớ hệ điều hành và được bảo vệ bởi </a:t>
            </a:r>
            <a:r>
              <a:rPr lang="vi-VN" sz="1800" b="1" dirty="0">
                <a:latin typeface="Segoe UI" panose="020B0502040204020203" pitchFamily="34" charset="0"/>
                <a:cs typeface="Segoe UI" panose="020B0502040204020203" pitchFamily="34" charset="0"/>
              </a:rPr>
              <a:t>SELinux</a:t>
            </a:r>
            <a:r>
              <a:rPr lang="vi-VN" sz="1800" dirty="0">
                <a:latin typeface="Segoe UI" panose="020B0502040204020203" pitchFamily="34" charset="0"/>
                <a:cs typeface="Segoe UI" panose="020B0502040204020203" pitchFamily="34" charset="0"/>
              </a:rPr>
              <a:t>.</a:t>
            </a:r>
          </a:p>
          <a:p>
            <a:r>
              <a:rPr lang="en-US" sz="1800" dirty="0">
                <a:latin typeface="Segoe UI" panose="020B0502040204020203" pitchFamily="34" charset="0"/>
                <a:cs typeface="Segoe UI" panose="020B0502040204020203" pitchFamily="34" charset="0"/>
              </a:rPr>
              <a:t>+ </a:t>
            </a:r>
            <a:r>
              <a:rPr lang="vi-VN" sz="1800" b="1" dirty="0">
                <a:latin typeface="Segoe UI" panose="020B0502040204020203" pitchFamily="34" charset="0"/>
                <a:cs typeface="Segoe UI" panose="020B0502040204020203" pitchFamily="34" charset="0"/>
              </a:rPr>
              <a:t>Bảo mật thấp hơn</a:t>
            </a:r>
            <a:r>
              <a:rPr lang="vi-VN" sz="1800" dirty="0">
                <a:latin typeface="Segoe UI" panose="020B0502040204020203" pitchFamily="34" charset="0"/>
                <a:cs typeface="Segoe UI" panose="020B0502040204020203" pitchFamily="34" charset="0"/>
              </a:rPr>
              <a:t>: Dễ bị trích xuất nếu thiết bị bị root hoặc bị tấn công.</a:t>
            </a:r>
          </a:p>
          <a:p>
            <a:r>
              <a:rPr lang="en-US" sz="1800" dirty="0">
                <a:latin typeface="Segoe UI" panose="020B0502040204020203" pitchFamily="34" charset="0"/>
                <a:cs typeface="Segoe UI" panose="020B0502040204020203" pitchFamily="34" charset="0"/>
              </a:rPr>
              <a:t>+ </a:t>
            </a:r>
            <a:r>
              <a:rPr lang="vi-VN" sz="1800" b="1" dirty="0">
                <a:latin typeface="Segoe UI" panose="020B0502040204020203" pitchFamily="34" charset="0"/>
                <a:cs typeface="Segoe UI" panose="020B0502040204020203" pitchFamily="34" charset="0"/>
              </a:rPr>
              <a:t>Hiệu năng thấp hơn</a:t>
            </a:r>
            <a:r>
              <a:rPr lang="vi-VN" sz="1800" dirty="0">
                <a:latin typeface="Segoe UI" panose="020B0502040204020203" pitchFamily="34" charset="0"/>
                <a:cs typeface="Segoe UI" panose="020B0502040204020203" pitchFamily="34" charset="0"/>
              </a:rPr>
              <a:t>: Mọi thao tác thực hiện qua phần mềm thay vì phần cứng</a:t>
            </a:r>
          </a:p>
          <a:p>
            <a:endParaRPr lang="vi-VN" sz="1800" dirty="0">
              <a:latin typeface="Segoe UI" panose="020B0502040204020203" pitchFamily="34" charset="0"/>
              <a:cs typeface="Segoe UI" panose="020B0502040204020203" pitchFamily="34" charset="0"/>
            </a:endParaRPr>
          </a:p>
          <a:p>
            <a:endParaRPr lang="vi-VN" sz="1800" dirty="0">
              <a:latin typeface="Segoe UI" panose="020B0502040204020203" pitchFamily="34" charset="0"/>
              <a:cs typeface="Segoe UI" panose="020B0502040204020203" pitchFamily="34" charset="0"/>
            </a:endParaRPr>
          </a:p>
          <a:p>
            <a:endParaRPr lang="vi-V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068080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5E018C2E-3AF1-983B-735A-8C9E6F57DAAA}"/>
            </a:ext>
          </a:extLst>
        </p:cNvPr>
        <p:cNvGrpSpPr/>
        <p:nvPr/>
      </p:nvGrpSpPr>
      <p:grpSpPr>
        <a:xfrm>
          <a:off x="0" y="0"/>
          <a:ext cx="0" cy="0"/>
          <a:chOff x="0" y="0"/>
          <a:chExt cx="0" cy="0"/>
        </a:xfrm>
      </p:grpSpPr>
      <p:sp>
        <p:nvSpPr>
          <p:cNvPr id="231" name="Google Shape;231;p30">
            <a:extLst>
              <a:ext uri="{FF2B5EF4-FFF2-40B4-BE49-F238E27FC236}">
                <a16:creationId xmlns:a16="http://schemas.microsoft.com/office/drawing/2014/main" id="{3A3A59C9-74B6-0AB3-1D75-AAC8476EE504}"/>
              </a:ext>
            </a:extLst>
          </p:cNvPr>
          <p:cNvSpPr txBox="1">
            <a:spLocks noGrp="1"/>
          </p:cNvSpPr>
          <p:nvPr>
            <p:ph type="title" idx="2"/>
          </p:nvPr>
        </p:nvSpPr>
        <p:spPr>
          <a:xfrm>
            <a:off x="452083" y="1761463"/>
            <a:ext cx="5954256" cy="64582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PREFERENCEHELPER</a:t>
            </a:r>
          </a:p>
        </p:txBody>
      </p:sp>
      <p:grpSp>
        <p:nvGrpSpPr>
          <p:cNvPr id="233" name="Google Shape;233;p30">
            <a:extLst>
              <a:ext uri="{FF2B5EF4-FFF2-40B4-BE49-F238E27FC236}">
                <a16:creationId xmlns:a16="http://schemas.microsoft.com/office/drawing/2014/main" id="{17A5F58E-7917-9A71-49C0-C7D343364BD7}"/>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1DDA6BFF-0D90-6FD7-07E6-FA63558B26FC}"/>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BB6028D1-EAAD-9EEE-2DCC-380D8088993E}"/>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8E15DC5C-888B-7626-ACD8-CDF8AAE6396E}"/>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5" name="Slide Number Placeholder 4">
            <a:extLst>
              <a:ext uri="{FF2B5EF4-FFF2-40B4-BE49-F238E27FC236}">
                <a16:creationId xmlns:a16="http://schemas.microsoft.com/office/drawing/2014/main" id="{62AF6805-BA05-A46A-801B-38C17BA7C27C}"/>
              </a:ext>
            </a:extLst>
          </p:cNvPr>
          <p:cNvSpPr>
            <a:spLocks noGrp="1"/>
          </p:cNvSpPr>
          <p:nvPr>
            <p:ph type="sldNum" sz="quarter" idx="12"/>
          </p:nvPr>
        </p:nvSpPr>
        <p:spPr/>
        <p:txBody>
          <a:bodyPr/>
          <a:lstStyle/>
          <a:p>
            <a:fld id="{CF8920F0-685D-4D8A-A9EF-3EE1A60245BD}" type="slidenum">
              <a:rPr lang="en-US" smtClean="0"/>
              <a:t>12</a:t>
            </a:fld>
            <a:endParaRPr lang="en-US"/>
          </a:p>
        </p:txBody>
      </p:sp>
      <p:pic>
        <p:nvPicPr>
          <p:cNvPr id="9" name="Picture 8">
            <a:extLst>
              <a:ext uri="{FF2B5EF4-FFF2-40B4-BE49-F238E27FC236}">
                <a16:creationId xmlns:a16="http://schemas.microsoft.com/office/drawing/2014/main" id="{ED28796E-2FE3-9CE4-00EF-2B52F7D01926}"/>
              </a:ext>
            </a:extLst>
          </p:cNvPr>
          <p:cNvPicPr>
            <a:picLocks noChangeAspect="1"/>
          </p:cNvPicPr>
          <p:nvPr/>
        </p:nvPicPr>
        <p:blipFill>
          <a:blip r:embed="rId4"/>
          <a:srcRect t="96" b="96"/>
          <a:stretch/>
        </p:blipFill>
        <p:spPr>
          <a:xfrm>
            <a:off x="5057023" y="612053"/>
            <a:ext cx="3542388" cy="3542388"/>
          </a:xfrm>
          <a:prstGeom prst="roundRect">
            <a:avLst/>
          </a:prstGeom>
        </p:spPr>
      </p:pic>
      <p:sp>
        <p:nvSpPr>
          <p:cNvPr id="6" name="TextBox 5">
            <a:extLst>
              <a:ext uri="{FF2B5EF4-FFF2-40B4-BE49-F238E27FC236}">
                <a16:creationId xmlns:a16="http://schemas.microsoft.com/office/drawing/2014/main" id="{A4B3674C-BF15-8A4A-1E37-64A0FCABD7B5}"/>
              </a:ext>
            </a:extLst>
          </p:cNvPr>
          <p:cNvSpPr txBox="1"/>
          <p:nvPr/>
        </p:nvSpPr>
        <p:spPr>
          <a:xfrm>
            <a:off x="452083" y="2407292"/>
            <a:ext cx="4458609" cy="738664"/>
          </a:xfrm>
          <a:prstGeom prst="rect">
            <a:avLst/>
          </a:prstGeom>
          <a:noFill/>
        </p:spPr>
        <p:txBody>
          <a:bodyPr wrap="square">
            <a:spAutoFit/>
          </a:bodyPr>
          <a:lstStyle/>
          <a:p>
            <a:r>
              <a:rPr lang="vi-VN" i="0" dirty="0">
                <a:solidFill>
                  <a:schemeClr val="tx1"/>
                </a:solidFill>
                <a:effectLst/>
                <a:latin typeface="Segoe UI Variable Text" pitchFamily="2" charset="0"/>
              </a:rPr>
              <a:t>Lớp </a:t>
            </a:r>
            <a:r>
              <a:rPr lang="vi-VN" b="1" i="0" dirty="0">
                <a:solidFill>
                  <a:schemeClr val="tx1"/>
                </a:solidFill>
                <a:effectLst/>
                <a:latin typeface="Segoe UI Variable Text" pitchFamily="2" charset="0"/>
              </a:rPr>
              <a:t>PreferenceHelper </a:t>
            </a:r>
            <a:r>
              <a:rPr lang="vi-VN" i="0" dirty="0">
                <a:solidFill>
                  <a:schemeClr val="tx1"/>
                </a:solidFill>
                <a:effectLst/>
                <a:latin typeface="Segoe UI Variable Text" pitchFamily="2" charset="0"/>
              </a:rPr>
              <a:t>là một lớp hỗ trợ lưu trữ và truy xuất dữ liệu trong ứng dụng Android thông qua SharedPreferences.</a:t>
            </a:r>
            <a:endParaRPr lang="en-US" dirty="0">
              <a:solidFill>
                <a:schemeClr val="tx1"/>
              </a:solidFill>
            </a:endParaRPr>
          </a:p>
        </p:txBody>
      </p:sp>
    </p:spTree>
    <p:extLst>
      <p:ext uri="{BB962C8B-B14F-4D97-AF65-F5344CB8AC3E}">
        <p14:creationId xmlns:p14="http://schemas.microsoft.com/office/powerpoint/2010/main" val="22831655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EA2BFF-0978-1B94-9693-A1F6C075337A}"/>
              </a:ext>
            </a:extLst>
          </p:cNvPr>
          <p:cNvSpPr>
            <a:spLocks noGrp="1"/>
          </p:cNvSpPr>
          <p:nvPr>
            <p:ph type="sldNum" sz="quarter" idx="12"/>
          </p:nvPr>
        </p:nvSpPr>
        <p:spPr/>
        <p:txBody>
          <a:bodyPr/>
          <a:lstStyle/>
          <a:p>
            <a:fld id="{CF8920F0-685D-4D8A-A9EF-3EE1A60245BD}" type="slidenum">
              <a:rPr lang="en-US" smtClean="0"/>
              <a:t>13</a:t>
            </a:fld>
            <a:endParaRPr lang="en-US"/>
          </a:p>
        </p:txBody>
      </p:sp>
      <p:pic>
        <p:nvPicPr>
          <p:cNvPr id="5" name="Picture 4" descr="A computer screen shot of a program code&#10;&#10;Description automatically generated">
            <a:extLst>
              <a:ext uri="{FF2B5EF4-FFF2-40B4-BE49-F238E27FC236}">
                <a16:creationId xmlns:a16="http://schemas.microsoft.com/office/drawing/2014/main" id="{45149F8F-CCA9-4D3B-8A9D-26917C847431}"/>
              </a:ext>
            </a:extLst>
          </p:cNvPr>
          <p:cNvPicPr>
            <a:picLocks noChangeAspect="1"/>
          </p:cNvPicPr>
          <p:nvPr/>
        </p:nvPicPr>
        <p:blipFill>
          <a:blip r:embed="rId2"/>
          <a:stretch>
            <a:fillRect/>
          </a:stretch>
        </p:blipFill>
        <p:spPr>
          <a:xfrm>
            <a:off x="1405890" y="1142682"/>
            <a:ext cx="6332220" cy="2858135"/>
          </a:xfrm>
          <a:prstGeom prst="rect">
            <a:avLst/>
          </a:prstGeom>
        </p:spPr>
      </p:pic>
      <p:sp>
        <p:nvSpPr>
          <p:cNvPr id="6" name="Google Shape;809;p48">
            <a:extLst>
              <a:ext uri="{FF2B5EF4-FFF2-40B4-BE49-F238E27FC236}">
                <a16:creationId xmlns:a16="http://schemas.microsoft.com/office/drawing/2014/main" id="{12829DB7-125C-2962-F218-124B20A156A9}"/>
              </a:ext>
            </a:extLst>
          </p:cNvPr>
          <p:cNvSpPr txBox="1">
            <a:spLocks noGrp="1"/>
          </p:cNvSpPr>
          <p:nvPr>
            <p:ph type="title"/>
          </p:nvPr>
        </p:nvSpPr>
        <p:spPr>
          <a:xfrm>
            <a:off x="2867689" y="290903"/>
            <a:ext cx="3408622" cy="6731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HÀM SETSTRING</a:t>
            </a:r>
          </a:p>
        </p:txBody>
      </p:sp>
    </p:spTree>
    <p:extLst>
      <p:ext uri="{BB962C8B-B14F-4D97-AF65-F5344CB8AC3E}">
        <p14:creationId xmlns:p14="http://schemas.microsoft.com/office/powerpoint/2010/main" val="153810315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682CB1-9408-791C-1254-3C8BB95AD2D6}"/>
              </a:ext>
            </a:extLst>
          </p:cNvPr>
          <p:cNvSpPr>
            <a:spLocks noGrp="1"/>
          </p:cNvSpPr>
          <p:nvPr>
            <p:ph type="sldNum" sz="quarter" idx="12"/>
          </p:nvPr>
        </p:nvSpPr>
        <p:spPr/>
        <p:txBody>
          <a:bodyPr/>
          <a:lstStyle/>
          <a:p>
            <a:fld id="{CF8920F0-685D-4D8A-A9EF-3EE1A60245BD}" type="slidenum">
              <a:rPr lang="en-US" smtClean="0"/>
              <a:t>14</a:t>
            </a:fld>
            <a:endParaRPr lang="en-US"/>
          </a:p>
        </p:txBody>
      </p:sp>
      <p:pic>
        <p:nvPicPr>
          <p:cNvPr id="5" name="Picture 4" descr="A computer screen shot of a program code&#10;&#10;Description automatically generated">
            <a:extLst>
              <a:ext uri="{FF2B5EF4-FFF2-40B4-BE49-F238E27FC236}">
                <a16:creationId xmlns:a16="http://schemas.microsoft.com/office/drawing/2014/main" id="{F94848BC-D5E9-CEE6-D0C4-B50BFD449A8D}"/>
              </a:ext>
            </a:extLst>
          </p:cNvPr>
          <p:cNvPicPr>
            <a:picLocks noChangeAspect="1"/>
          </p:cNvPicPr>
          <p:nvPr/>
        </p:nvPicPr>
        <p:blipFill>
          <a:blip r:embed="rId2"/>
          <a:stretch>
            <a:fillRect/>
          </a:stretch>
        </p:blipFill>
        <p:spPr>
          <a:xfrm>
            <a:off x="1405890" y="964018"/>
            <a:ext cx="6332220" cy="3618230"/>
          </a:xfrm>
          <a:prstGeom prst="rect">
            <a:avLst/>
          </a:prstGeom>
        </p:spPr>
      </p:pic>
      <p:sp>
        <p:nvSpPr>
          <p:cNvPr id="6" name="Google Shape;809;p48">
            <a:extLst>
              <a:ext uri="{FF2B5EF4-FFF2-40B4-BE49-F238E27FC236}">
                <a16:creationId xmlns:a16="http://schemas.microsoft.com/office/drawing/2014/main" id="{7C453BE0-D1FA-558E-6613-D22A77C75B2A}"/>
              </a:ext>
            </a:extLst>
          </p:cNvPr>
          <p:cNvSpPr txBox="1">
            <a:spLocks noGrp="1"/>
          </p:cNvSpPr>
          <p:nvPr>
            <p:ph type="title"/>
          </p:nvPr>
        </p:nvSpPr>
        <p:spPr>
          <a:xfrm>
            <a:off x="2867689" y="290903"/>
            <a:ext cx="3408622" cy="6731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HÀM GETSTRING</a:t>
            </a:r>
          </a:p>
        </p:txBody>
      </p:sp>
    </p:spTree>
    <p:extLst>
      <p:ext uri="{BB962C8B-B14F-4D97-AF65-F5344CB8AC3E}">
        <p14:creationId xmlns:p14="http://schemas.microsoft.com/office/powerpoint/2010/main" val="95703406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80B58D-7DF2-93B8-59DE-8B7D2619F56C}"/>
              </a:ext>
            </a:extLst>
          </p:cNvPr>
          <p:cNvSpPr>
            <a:spLocks noGrp="1"/>
          </p:cNvSpPr>
          <p:nvPr>
            <p:ph type="sldNum" sz="quarter" idx="12"/>
          </p:nvPr>
        </p:nvSpPr>
        <p:spPr/>
        <p:txBody>
          <a:bodyPr/>
          <a:lstStyle/>
          <a:p>
            <a:fld id="{CF8920F0-685D-4D8A-A9EF-3EE1A60245BD}" type="slidenum">
              <a:rPr lang="en-US" smtClean="0"/>
              <a:t>15</a:t>
            </a:fld>
            <a:endParaRPr lang="en-US"/>
          </a:p>
        </p:txBody>
      </p:sp>
      <p:pic>
        <p:nvPicPr>
          <p:cNvPr id="6" name="Picture 5">
            <a:extLst>
              <a:ext uri="{FF2B5EF4-FFF2-40B4-BE49-F238E27FC236}">
                <a16:creationId xmlns:a16="http://schemas.microsoft.com/office/drawing/2014/main" id="{2CD18843-4C2E-8D07-AC7C-76D07BBA6E23}"/>
              </a:ext>
            </a:extLst>
          </p:cNvPr>
          <p:cNvPicPr>
            <a:picLocks noChangeAspect="1"/>
          </p:cNvPicPr>
          <p:nvPr/>
        </p:nvPicPr>
        <p:blipFill>
          <a:blip r:embed="rId2"/>
          <a:stretch>
            <a:fillRect/>
          </a:stretch>
        </p:blipFill>
        <p:spPr>
          <a:xfrm>
            <a:off x="598143" y="1576393"/>
            <a:ext cx="7947714" cy="1687642"/>
          </a:xfrm>
          <a:prstGeom prst="rect">
            <a:avLst/>
          </a:prstGeom>
        </p:spPr>
      </p:pic>
      <p:sp>
        <p:nvSpPr>
          <p:cNvPr id="7" name="Google Shape;809;p48">
            <a:extLst>
              <a:ext uri="{FF2B5EF4-FFF2-40B4-BE49-F238E27FC236}">
                <a16:creationId xmlns:a16="http://schemas.microsoft.com/office/drawing/2014/main" id="{1F5C155D-2F65-FE03-5965-6DBF5DBE84E9}"/>
              </a:ext>
            </a:extLst>
          </p:cNvPr>
          <p:cNvSpPr txBox="1">
            <a:spLocks noGrp="1"/>
          </p:cNvSpPr>
          <p:nvPr>
            <p:ph type="title"/>
          </p:nvPr>
        </p:nvSpPr>
        <p:spPr>
          <a:xfrm>
            <a:off x="3684973" y="321899"/>
            <a:ext cx="1774053" cy="6731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QUẢ</a:t>
            </a:r>
          </a:p>
        </p:txBody>
      </p:sp>
    </p:spTree>
    <p:extLst>
      <p:ext uri="{BB962C8B-B14F-4D97-AF65-F5344CB8AC3E}">
        <p14:creationId xmlns:p14="http://schemas.microsoft.com/office/powerpoint/2010/main" val="130948441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0"/>
          <p:cNvSpPr txBox="1">
            <a:spLocks noGrp="1"/>
          </p:cNvSpPr>
          <p:nvPr>
            <p:ph type="title"/>
          </p:nvPr>
        </p:nvSpPr>
        <p:spPr>
          <a:xfrm>
            <a:off x="451319" y="1967872"/>
            <a:ext cx="4605704"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IMPROPER PLATFORM USAGE (SỬ DỤNG NỀN TẢNG KHÔNG ĐÚNG CÁCH) </a:t>
            </a:r>
          </a:p>
        </p:txBody>
      </p:sp>
      <p:sp>
        <p:nvSpPr>
          <p:cNvPr id="231" name="Google Shape;231;p30"/>
          <p:cNvSpPr txBox="1">
            <a:spLocks noGrp="1"/>
          </p:cNvSpPr>
          <p:nvPr>
            <p:ph type="title" idx="2"/>
          </p:nvPr>
        </p:nvSpPr>
        <p:spPr>
          <a:xfrm>
            <a:off x="451319"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M-1</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p:cNvGrpSpPr/>
          <p:nvPr/>
        </p:nvGrpSpPr>
        <p:grpSpPr>
          <a:xfrm>
            <a:off x="-362238" y="-1623125"/>
            <a:ext cx="2877606" cy="2542980"/>
            <a:chOff x="-362238" y="-1775525"/>
            <a:chExt cx="2877606" cy="2542980"/>
          </a:xfrm>
        </p:grpSpPr>
        <p:sp>
          <p:nvSpPr>
            <p:cNvPr id="234" name="Google Shape;234;p30"/>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5" name="Slide Number Placeholder 4">
            <a:extLst>
              <a:ext uri="{FF2B5EF4-FFF2-40B4-BE49-F238E27FC236}">
                <a16:creationId xmlns:a16="http://schemas.microsoft.com/office/drawing/2014/main" id="{86ED3D46-E613-D237-77E5-89C41680CEAE}"/>
              </a:ext>
            </a:extLst>
          </p:cNvPr>
          <p:cNvSpPr>
            <a:spLocks noGrp="1"/>
          </p:cNvSpPr>
          <p:nvPr>
            <p:ph type="sldNum" sz="quarter" idx="12"/>
          </p:nvPr>
        </p:nvSpPr>
        <p:spPr/>
        <p:txBody>
          <a:bodyPr/>
          <a:lstStyle/>
          <a:p>
            <a:fld id="{CF8920F0-685D-4D8A-A9EF-3EE1A60245BD}" type="slidenum">
              <a:rPr lang="en-US" smtClean="0"/>
              <a:t>16</a:t>
            </a:fld>
            <a:endParaRPr lang="en-US"/>
          </a:p>
        </p:txBody>
      </p:sp>
      <p:pic>
        <p:nvPicPr>
          <p:cNvPr id="9" name="Picture 8">
            <a:extLst>
              <a:ext uri="{FF2B5EF4-FFF2-40B4-BE49-F238E27FC236}">
                <a16:creationId xmlns:a16="http://schemas.microsoft.com/office/drawing/2014/main" id="{0B21F0EF-7FE0-E25B-DB3E-AE6D323DF11C}"/>
              </a:ext>
            </a:extLst>
          </p:cNvPr>
          <p:cNvPicPr>
            <a:picLocks noChangeAspect="1"/>
          </p:cNvPicPr>
          <p:nvPr/>
        </p:nvPicPr>
        <p:blipFill>
          <a:blip r:embed="rId4"/>
          <a:srcRect t="96" b="96"/>
          <a:stretch/>
        </p:blipFill>
        <p:spPr>
          <a:xfrm>
            <a:off x="5057023" y="612053"/>
            <a:ext cx="3542388" cy="3542388"/>
          </a:xfrm>
          <a:prstGeom prst="round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6B9FD2F3-688C-FFA5-EE25-5DC9F39F7625}"/>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D98FAF0-6E69-B85F-C580-3A27847D8EF2}"/>
              </a:ext>
            </a:extLst>
          </p:cNvPr>
          <p:cNvSpPr txBox="1">
            <a:spLocks noGrp="1"/>
          </p:cNvSpPr>
          <p:nvPr>
            <p:ph type="body" idx="1"/>
          </p:nvPr>
        </p:nvSpPr>
        <p:spPr>
          <a:xfrm>
            <a:off x="720000" y="1203200"/>
            <a:ext cx="8298270" cy="1958214"/>
          </a:xfrm>
          <a:prstGeom prst="rect">
            <a:avLst/>
          </a:prstGeom>
        </p:spPr>
        <p:txBody>
          <a:bodyPr spcFirstLastPara="1" wrap="square" lIns="91425" tIns="91425" rIns="91425" bIns="91425" anchor="t" anchorCtr="0">
            <a:noAutofit/>
          </a:bodyPr>
          <a:lstStyle/>
          <a:p>
            <a:pPr marL="0" indent="0">
              <a:buNone/>
            </a:pPr>
            <a:r>
              <a:rPr lang="en-US" sz="2400" dirty="0">
                <a:latin typeface="Segoe UI" panose="020B0502040204020203" pitchFamily="34" charset="0"/>
                <a:cs typeface="Segoe UI" panose="020B0502040204020203" pitchFamily="34" charset="0"/>
              </a:rPr>
              <a:t>- </a:t>
            </a:r>
            <a:r>
              <a:rPr lang="en-US" sz="2400" dirty="0" err="1">
                <a:latin typeface="Segoe UI"/>
                <a:cs typeface="Segoe UI"/>
              </a:rPr>
              <a:t>Lỗ</a:t>
            </a:r>
            <a:r>
              <a:rPr lang="en-US" sz="2400" dirty="0">
                <a:latin typeface="Segoe UI"/>
                <a:cs typeface="Segoe UI"/>
              </a:rPr>
              <a:t> </a:t>
            </a:r>
            <a:r>
              <a:rPr lang="en-US" sz="2400" dirty="0" err="1">
                <a:latin typeface="Segoe UI"/>
                <a:cs typeface="Segoe UI"/>
              </a:rPr>
              <a:t>hổng</a:t>
            </a:r>
            <a:r>
              <a:rPr lang="en-US" sz="2400" dirty="0">
                <a:latin typeface="Segoe UI"/>
                <a:cs typeface="Segoe UI"/>
              </a:rPr>
              <a:t> </a:t>
            </a:r>
            <a:r>
              <a:rPr lang="en-US" sz="2400" b="1" dirty="0">
                <a:latin typeface="Segoe UI"/>
                <a:cs typeface="Segoe UI"/>
              </a:rPr>
              <a:t>Improper Platform Usage </a:t>
            </a:r>
            <a:r>
              <a:rPr lang="en-US" sz="2400" dirty="0" err="1">
                <a:latin typeface="Segoe UI"/>
                <a:cs typeface="Segoe UI"/>
              </a:rPr>
              <a:t>xuất</a:t>
            </a:r>
            <a:r>
              <a:rPr lang="en-US" sz="2400" dirty="0">
                <a:latin typeface="Segoe UI"/>
                <a:cs typeface="Segoe UI"/>
              </a:rPr>
              <a:t> </a:t>
            </a:r>
            <a:r>
              <a:rPr lang="en-US" sz="2400" dirty="0" err="1">
                <a:latin typeface="Segoe UI"/>
                <a:cs typeface="Segoe UI"/>
              </a:rPr>
              <a:t>hiện</a:t>
            </a:r>
            <a:r>
              <a:rPr lang="en-US" sz="2400" dirty="0">
                <a:latin typeface="Segoe UI"/>
                <a:cs typeface="Segoe UI"/>
              </a:rPr>
              <a:t> do </a:t>
            </a:r>
            <a:r>
              <a:rPr lang="en-US" sz="2400" dirty="0" err="1">
                <a:latin typeface="Segoe UI"/>
                <a:cs typeface="Segoe UI"/>
              </a:rPr>
              <a:t>việc</a:t>
            </a:r>
            <a:r>
              <a:rPr lang="en-US" sz="2400" dirty="0">
                <a:latin typeface="Segoe UI"/>
                <a:cs typeface="Segoe UI"/>
              </a:rPr>
              <a:t> </a:t>
            </a:r>
            <a:r>
              <a:rPr lang="en-US" sz="2400" dirty="0" err="1">
                <a:latin typeface="Segoe UI"/>
                <a:cs typeface="Segoe UI"/>
              </a:rPr>
              <a:t>cấu</a:t>
            </a:r>
            <a:r>
              <a:rPr lang="en-US" sz="2400" dirty="0">
                <a:latin typeface="Segoe UI"/>
                <a:cs typeface="Segoe UI"/>
              </a:rPr>
              <a:t> </a:t>
            </a:r>
            <a:r>
              <a:rPr lang="en-US" sz="2400" dirty="0" err="1">
                <a:latin typeface="Segoe UI"/>
                <a:cs typeface="Segoe UI"/>
              </a:rPr>
              <a:t>hình</a:t>
            </a:r>
            <a:r>
              <a:rPr lang="en-US" sz="2400" dirty="0">
                <a:latin typeface="Segoe UI"/>
                <a:cs typeface="Segoe UI"/>
              </a:rPr>
              <a:t> </a:t>
            </a:r>
            <a:r>
              <a:rPr lang="en-US" sz="2400" dirty="0" err="1">
                <a:latin typeface="Segoe UI"/>
                <a:cs typeface="Segoe UI"/>
              </a:rPr>
              <a:t>sai</a:t>
            </a:r>
            <a:r>
              <a:rPr lang="en-US" sz="2400" dirty="0">
                <a:latin typeface="Segoe UI"/>
                <a:cs typeface="Segoe UI"/>
              </a:rPr>
              <a:t> </a:t>
            </a:r>
            <a:r>
              <a:rPr lang="en-US" sz="2400" dirty="0" err="1">
                <a:latin typeface="Segoe UI"/>
                <a:cs typeface="Segoe UI"/>
              </a:rPr>
              <a:t>các</a:t>
            </a:r>
            <a:r>
              <a:rPr lang="en-US" sz="2400" dirty="0">
                <a:latin typeface="Segoe UI"/>
                <a:cs typeface="Segoe UI"/>
              </a:rPr>
              <a:t> </a:t>
            </a:r>
            <a:r>
              <a:rPr lang="en-US" sz="2400" b="1" dirty="0">
                <a:latin typeface="Segoe UI"/>
                <a:cs typeface="Segoe UI"/>
              </a:rPr>
              <a:t>Content Providers</a:t>
            </a:r>
            <a:r>
              <a:rPr lang="en-US" sz="2400" dirty="0">
                <a:latin typeface="Segoe UI"/>
                <a:cs typeface="Segoe UI"/>
              </a:rPr>
              <a:t>.</a:t>
            </a:r>
          </a:p>
          <a:p>
            <a:pPr marL="0" indent="0">
              <a:buNone/>
            </a:pPr>
            <a:r>
              <a:rPr lang="en-US" sz="2400" b="1" dirty="0">
                <a:latin typeface="Segoe UI"/>
                <a:cs typeface="Segoe UI"/>
              </a:rPr>
              <a:t>- Content Providers </a:t>
            </a:r>
            <a:r>
              <a:rPr lang="en-US" sz="2400" dirty="0" err="1">
                <a:latin typeface="Segoe UI"/>
                <a:cs typeface="Segoe UI"/>
              </a:rPr>
              <a:t>là</a:t>
            </a:r>
            <a:r>
              <a:rPr lang="en-US" sz="2400" dirty="0">
                <a:latin typeface="Segoe UI"/>
                <a:cs typeface="Segoe UI"/>
              </a:rPr>
              <a:t> </a:t>
            </a:r>
            <a:r>
              <a:rPr lang="en-US" sz="2400" dirty="0" err="1">
                <a:latin typeface="Segoe UI"/>
                <a:cs typeface="Segoe UI"/>
              </a:rPr>
              <a:t>một</a:t>
            </a:r>
            <a:r>
              <a:rPr lang="en-US" sz="2400" dirty="0">
                <a:latin typeface="Segoe UI"/>
                <a:cs typeface="Segoe UI"/>
              </a:rPr>
              <a:t> </a:t>
            </a:r>
            <a:r>
              <a:rPr lang="en-US" sz="2400" dirty="0" err="1">
                <a:latin typeface="Segoe UI"/>
                <a:cs typeface="Segoe UI"/>
              </a:rPr>
              <a:t>thành</a:t>
            </a:r>
            <a:r>
              <a:rPr lang="en-US" sz="2400" dirty="0">
                <a:latin typeface="Segoe UI"/>
                <a:cs typeface="Segoe UI"/>
              </a:rPr>
              <a:t> </a:t>
            </a:r>
            <a:r>
              <a:rPr lang="en-US" sz="2400" dirty="0" err="1">
                <a:latin typeface="Segoe UI"/>
                <a:cs typeface="Segoe UI"/>
              </a:rPr>
              <a:t>phần</a:t>
            </a:r>
            <a:r>
              <a:rPr lang="en-US" sz="2400" dirty="0">
                <a:latin typeface="Segoe UI"/>
                <a:cs typeface="Segoe UI"/>
              </a:rPr>
              <a:t> </a:t>
            </a:r>
            <a:r>
              <a:rPr lang="en-US" sz="2400" dirty="0" err="1">
                <a:latin typeface="Segoe UI"/>
                <a:cs typeface="Segoe UI"/>
              </a:rPr>
              <a:t>quan</a:t>
            </a:r>
            <a:r>
              <a:rPr lang="en-US" sz="2400" dirty="0">
                <a:latin typeface="Segoe UI"/>
                <a:cs typeface="Segoe UI"/>
              </a:rPr>
              <a:t> </a:t>
            </a:r>
            <a:r>
              <a:rPr lang="en-US" sz="2400" dirty="0" err="1">
                <a:latin typeface="Segoe UI"/>
                <a:cs typeface="Segoe UI"/>
              </a:rPr>
              <a:t>trọng</a:t>
            </a:r>
            <a:r>
              <a:rPr lang="en-US" sz="2400" dirty="0">
                <a:latin typeface="Segoe UI"/>
                <a:cs typeface="Segoe UI"/>
              </a:rPr>
              <a:t> </a:t>
            </a:r>
            <a:r>
              <a:rPr lang="en-US" sz="2400" dirty="0" err="1">
                <a:latin typeface="Segoe UI"/>
                <a:cs typeface="Segoe UI"/>
              </a:rPr>
              <a:t>trong</a:t>
            </a:r>
            <a:r>
              <a:rPr lang="en-US" sz="2400" dirty="0">
                <a:latin typeface="Segoe UI"/>
                <a:cs typeface="Segoe UI"/>
              </a:rPr>
              <a:t> </a:t>
            </a:r>
            <a:r>
              <a:rPr lang="en-US" sz="2400" dirty="0" err="1">
                <a:latin typeface="Segoe UI"/>
                <a:cs typeface="Segoe UI"/>
              </a:rPr>
              <a:t>hệ</a:t>
            </a:r>
            <a:r>
              <a:rPr lang="en-US" sz="2400" dirty="0">
                <a:latin typeface="Segoe UI"/>
                <a:cs typeface="Segoe UI"/>
              </a:rPr>
              <a:t> </a:t>
            </a:r>
            <a:r>
              <a:rPr lang="en-US" sz="2400" dirty="0" err="1">
                <a:latin typeface="Segoe UI"/>
                <a:cs typeface="Segoe UI"/>
              </a:rPr>
              <a:t>thống</a:t>
            </a:r>
            <a:r>
              <a:rPr lang="en-US" sz="2400" dirty="0">
                <a:latin typeface="Segoe UI"/>
                <a:cs typeface="Segoe UI"/>
              </a:rPr>
              <a:t> Android </a:t>
            </a:r>
            <a:r>
              <a:rPr lang="en-US" sz="2400" dirty="0" err="1">
                <a:latin typeface="Segoe UI"/>
                <a:cs typeface="Segoe UI"/>
              </a:rPr>
              <a:t>để</a:t>
            </a:r>
            <a:r>
              <a:rPr lang="en-US" sz="2400" dirty="0">
                <a:latin typeface="Segoe UI"/>
                <a:cs typeface="Segoe UI"/>
              </a:rPr>
              <a:t> chia </a:t>
            </a:r>
            <a:r>
              <a:rPr lang="en-US" sz="2400" dirty="0" err="1">
                <a:latin typeface="Segoe UI"/>
                <a:cs typeface="Segoe UI"/>
              </a:rPr>
              <a:t>sẻ</a:t>
            </a:r>
            <a:r>
              <a:rPr lang="en-US" sz="2400" dirty="0">
                <a:latin typeface="Segoe UI"/>
                <a:cs typeface="Segoe UI"/>
              </a:rPr>
              <a:t> </a:t>
            </a:r>
            <a:r>
              <a:rPr lang="en-US" sz="2400" dirty="0" err="1">
                <a:latin typeface="Segoe UI"/>
                <a:cs typeface="Segoe UI"/>
              </a:rPr>
              <a:t>dữ</a:t>
            </a:r>
            <a:r>
              <a:rPr lang="en-US" sz="2400" dirty="0">
                <a:latin typeface="Segoe UI"/>
                <a:cs typeface="Segoe UI"/>
              </a:rPr>
              <a:t> </a:t>
            </a:r>
            <a:r>
              <a:rPr lang="en-US" sz="2400" dirty="0" err="1">
                <a:latin typeface="Segoe UI"/>
                <a:cs typeface="Segoe UI"/>
              </a:rPr>
              <a:t>liệu</a:t>
            </a:r>
            <a:r>
              <a:rPr lang="en-US" sz="2400" dirty="0">
                <a:latin typeface="Segoe UI"/>
                <a:cs typeface="Segoe UI"/>
              </a:rPr>
              <a:t> </a:t>
            </a:r>
            <a:r>
              <a:rPr lang="en-US" sz="2400" dirty="0" err="1">
                <a:latin typeface="Segoe UI"/>
                <a:cs typeface="Segoe UI"/>
              </a:rPr>
              <a:t>giữa</a:t>
            </a:r>
            <a:r>
              <a:rPr lang="en-US" sz="2400" dirty="0">
                <a:latin typeface="Segoe UI"/>
                <a:cs typeface="Segoe UI"/>
              </a:rPr>
              <a:t> </a:t>
            </a:r>
            <a:r>
              <a:rPr lang="en-US" sz="2400" dirty="0" err="1">
                <a:latin typeface="Segoe UI"/>
                <a:cs typeface="Segoe UI"/>
              </a:rPr>
              <a:t>các</a:t>
            </a:r>
            <a:r>
              <a:rPr lang="en-US" sz="2400" dirty="0">
                <a:latin typeface="Segoe UI"/>
                <a:cs typeface="Segoe UI"/>
              </a:rPr>
              <a:t> </a:t>
            </a:r>
            <a:r>
              <a:rPr lang="en-US" sz="2400" dirty="0" err="1">
                <a:latin typeface="Segoe UI"/>
                <a:cs typeface="Segoe UI"/>
              </a:rPr>
              <a:t>ứng</a:t>
            </a:r>
            <a:r>
              <a:rPr lang="en-US" sz="2400" dirty="0">
                <a:latin typeface="Segoe UI"/>
                <a:cs typeface="Segoe UI"/>
              </a:rPr>
              <a:t> </a:t>
            </a:r>
            <a:r>
              <a:rPr lang="en-US" sz="2400" dirty="0" err="1">
                <a:latin typeface="Segoe UI"/>
                <a:cs typeface="Segoe UI"/>
              </a:rPr>
              <a:t>dụng</a:t>
            </a:r>
            <a:r>
              <a:rPr lang="en-US" sz="2400" dirty="0">
                <a:latin typeface="Segoe UI"/>
                <a:cs typeface="Segoe UI"/>
              </a:rPr>
              <a:t>.</a:t>
            </a:r>
            <a:endParaRPr lang="en-US" sz="1800" dirty="0">
              <a:latin typeface="Segoe UI"/>
              <a:cs typeface="Segoe UI"/>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dirty="0"/>
          </a:p>
        </p:txBody>
      </p:sp>
      <p:sp>
        <p:nvSpPr>
          <p:cNvPr id="3" name="Slide Number Placeholder 2">
            <a:extLst>
              <a:ext uri="{FF2B5EF4-FFF2-40B4-BE49-F238E27FC236}">
                <a16:creationId xmlns:a16="http://schemas.microsoft.com/office/drawing/2014/main" id="{9804FDA3-C659-4F9F-03CF-D713C375AD87}"/>
              </a:ext>
            </a:extLst>
          </p:cNvPr>
          <p:cNvSpPr>
            <a:spLocks noGrp="1"/>
          </p:cNvSpPr>
          <p:nvPr>
            <p:ph type="sldNum" sz="quarter" idx="12"/>
          </p:nvPr>
        </p:nvSpPr>
        <p:spPr/>
        <p:txBody>
          <a:bodyPr/>
          <a:lstStyle/>
          <a:p>
            <a:fld id="{CF8920F0-685D-4D8A-A9EF-3EE1A60245BD}" type="slidenum">
              <a:rPr lang="en-US" smtClean="0"/>
              <a:t>17</a:t>
            </a:fld>
            <a:endParaRPr lang="en-US"/>
          </a:p>
        </p:txBody>
      </p:sp>
      <p:sp>
        <p:nvSpPr>
          <p:cNvPr id="5" name="Google Shape;809;p48">
            <a:extLst>
              <a:ext uri="{FF2B5EF4-FFF2-40B4-BE49-F238E27FC236}">
                <a16:creationId xmlns:a16="http://schemas.microsoft.com/office/drawing/2014/main" id="{115B4617-1F50-84A5-9659-835CC324BBA6}"/>
              </a:ext>
            </a:extLst>
          </p:cNvPr>
          <p:cNvSpPr txBox="1">
            <a:spLocks noGrp="1"/>
          </p:cNvSpPr>
          <p:nvPr>
            <p:ph type="title"/>
          </p:nvPr>
        </p:nvSpPr>
        <p:spPr>
          <a:xfrm>
            <a:off x="3351293" y="312168"/>
            <a:ext cx="2441413"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7641307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24B2B236-E823-E80C-E5A1-2A82EECAF9D0}"/>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44108CA-FFD7-BAE8-8A5E-84320157972A}"/>
              </a:ext>
            </a:extLst>
          </p:cNvPr>
          <p:cNvSpPr txBox="1">
            <a:spLocks noGrp="1"/>
          </p:cNvSpPr>
          <p:nvPr>
            <p:ph type="body" idx="1"/>
          </p:nvPr>
        </p:nvSpPr>
        <p:spPr>
          <a:xfrm>
            <a:off x="720000" y="1203200"/>
            <a:ext cx="7704000" cy="804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b="1">
                <a:latin typeface="Segoe UI" panose="020B0502040204020203" pitchFamily="34" charset="0"/>
                <a:cs typeface="Segoe UI" panose="020B0502040204020203" pitchFamily="34" charset="0"/>
              </a:rPr>
              <a:t>AccountProvider</a:t>
            </a:r>
            <a:r>
              <a:rPr lang="vi-VN" sz="1800">
                <a:latin typeface="Segoe UI" panose="020B0502040204020203" pitchFamily="34" charset="0"/>
                <a:cs typeface="Segoe UI" panose="020B0502040204020203" pitchFamily="34" charset="0"/>
              </a:rPr>
              <a:t> </a:t>
            </a:r>
            <a:r>
              <a:rPr lang="en-US" sz="1800">
                <a:latin typeface="Segoe UI" panose="020B0502040204020203" pitchFamily="34" charset="0"/>
                <a:cs typeface="Segoe UI" panose="020B0502040204020203" pitchFamily="34" charset="0"/>
              </a:rPr>
              <a:t>t</a:t>
            </a:r>
            <a:r>
              <a:rPr lang="vi-VN" sz="1800">
                <a:latin typeface="Segoe UI" panose="020B0502040204020203" pitchFamily="34" charset="0"/>
                <a:cs typeface="Segoe UI" panose="020B0502040204020203" pitchFamily="34" charset="0"/>
              </a:rPr>
              <a:t>rong file </a:t>
            </a:r>
            <a:r>
              <a:rPr lang="vi-VN" sz="1800" b="1">
                <a:latin typeface="Segoe UI" panose="020B0502040204020203" pitchFamily="34" charset="0"/>
                <a:cs typeface="Segoe UI" panose="020B0502040204020203" pitchFamily="34" charset="0"/>
              </a:rPr>
              <a:t>AndroidManifest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được khai báo với thuộc tính </a:t>
            </a:r>
            <a:r>
              <a:rPr lang="vi-VN" sz="1800" b="1">
                <a:latin typeface="Segoe UI" panose="020B0502040204020203" pitchFamily="34" charset="0"/>
                <a:cs typeface="Segoe UI" panose="020B0502040204020203" pitchFamily="34" charset="0"/>
              </a:rPr>
              <a:t>exported="true“</a:t>
            </a:r>
            <a:r>
              <a:rPr lang="en-US" sz="1800">
                <a:latin typeface="Segoe UI" panose="020B0502040204020203" pitchFamily="34" charset="0"/>
                <a:cs typeface="Segoe UI" panose="020B0502040204020203" pitchFamily="34" charset="0"/>
              </a:rPr>
              <a:t>,</a:t>
            </a:r>
            <a:r>
              <a:rPr lang="vi-VN" sz="1800" b="1">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cho phép mọi ứng dụng trên thiết bị truy cập vào.</a:t>
            </a: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pic>
        <p:nvPicPr>
          <p:cNvPr id="2050" name="Picture 2" descr="A screen shot of a computer&#10;&#10;Description automatically generated">
            <a:extLst>
              <a:ext uri="{FF2B5EF4-FFF2-40B4-BE49-F238E27FC236}">
                <a16:creationId xmlns:a16="http://schemas.microsoft.com/office/drawing/2014/main" id="{A30697EA-7454-E88A-C617-2FE895A2B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1" y="1964987"/>
            <a:ext cx="7704000" cy="251199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26ADFC1-25AE-9C0B-4029-3C010B53A6E2}"/>
              </a:ext>
            </a:extLst>
          </p:cNvPr>
          <p:cNvSpPr>
            <a:spLocks noGrp="1"/>
          </p:cNvSpPr>
          <p:nvPr>
            <p:ph type="sldNum" sz="quarter" idx="12"/>
          </p:nvPr>
        </p:nvSpPr>
        <p:spPr/>
        <p:txBody>
          <a:bodyPr/>
          <a:lstStyle/>
          <a:p>
            <a:fld id="{CF8920F0-685D-4D8A-A9EF-3EE1A60245BD}" type="slidenum">
              <a:rPr lang="en-US" smtClean="0"/>
              <a:t>18</a:t>
            </a:fld>
            <a:endParaRPr lang="en-US"/>
          </a:p>
        </p:txBody>
      </p:sp>
      <p:sp>
        <p:nvSpPr>
          <p:cNvPr id="12" name="Google Shape;809;p48">
            <a:extLst>
              <a:ext uri="{FF2B5EF4-FFF2-40B4-BE49-F238E27FC236}">
                <a16:creationId xmlns:a16="http://schemas.microsoft.com/office/drawing/2014/main" id="{683340AF-3749-E7F7-C878-7DAD5C2B115D}"/>
              </a:ext>
            </a:extLst>
          </p:cNvPr>
          <p:cNvSpPr txBox="1">
            <a:spLocks noGrp="1"/>
          </p:cNvSpPr>
          <p:nvPr>
            <p:ph type="title"/>
          </p:nvPr>
        </p:nvSpPr>
        <p:spPr>
          <a:xfrm>
            <a:off x="3351293" y="312168"/>
            <a:ext cx="2441413"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8896323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DC3B3B20-A751-4BD2-FD9D-7B757A6CE3EC}"/>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7BE559A-5E70-A024-0CAE-2C3CB3EE5135}"/>
              </a:ext>
            </a:extLst>
          </p:cNvPr>
          <p:cNvSpPr txBox="1">
            <a:spLocks noGrp="1"/>
          </p:cNvSpPr>
          <p:nvPr>
            <p:ph type="body" idx="1"/>
          </p:nvPr>
        </p:nvSpPr>
        <p:spPr>
          <a:xfrm>
            <a:off x="720000" y="12032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err="1">
                <a:latin typeface="Segoe UI" panose="020B0502040204020203" pitchFamily="34" charset="0"/>
                <a:cs typeface="Segoe UI" panose="020B0502040204020203" pitchFamily="34" charset="0"/>
              </a:rPr>
              <a:t>Lớp</a:t>
            </a:r>
            <a:r>
              <a:rPr lang="en-US" sz="1800" dirty="0">
                <a:latin typeface="Segoe UI" panose="020B0502040204020203" pitchFamily="34" charset="0"/>
                <a:cs typeface="Segoe UI" panose="020B0502040204020203" pitchFamily="34" charset="0"/>
              </a:rPr>
              <a:t> </a:t>
            </a:r>
            <a:r>
              <a:rPr lang="vi-VN" sz="1800" b="1" dirty="0">
                <a:latin typeface="Segoe UI" panose="020B0502040204020203" pitchFamily="34" charset="0"/>
                <a:cs typeface="Segoe UI" panose="020B0502040204020203" pitchFamily="34" charset="0"/>
              </a:rPr>
              <a:t>AccountProvider.kt </a:t>
            </a:r>
            <a:r>
              <a:rPr lang="vi-VN" sz="1800" dirty="0">
                <a:latin typeface="Segoe UI" panose="020B0502040204020203" pitchFamily="34" charset="0"/>
                <a:cs typeface="Segoe UI" panose="020B0502040204020203" pitchFamily="34" charset="0"/>
              </a:rPr>
              <a:t>cho thấy </a:t>
            </a:r>
            <a:r>
              <a:rPr lang="vi-VN" sz="1800" b="1" dirty="0">
                <a:latin typeface="Segoe UI" panose="020B0502040204020203" pitchFamily="34" charset="0"/>
                <a:cs typeface="Segoe UI" panose="020B0502040204020203" pitchFamily="34" charset="0"/>
              </a:rPr>
              <a:t>Content URI </a:t>
            </a:r>
            <a:r>
              <a:rPr lang="vi-VN" sz="1800" dirty="0">
                <a:latin typeface="Segoe UI" panose="020B0502040204020203" pitchFamily="34" charset="0"/>
                <a:cs typeface="Segoe UI" panose="020B0502040204020203" pitchFamily="34" charset="0"/>
              </a:rPr>
              <a:t>được định nghĩa như sau: </a:t>
            </a: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dirty="0"/>
          </a:p>
        </p:txBody>
      </p:sp>
      <p:pic>
        <p:nvPicPr>
          <p:cNvPr id="2052" name="Picture 4" descr="A screen shot of a computer code&#10;&#10;Description automatically generated">
            <a:extLst>
              <a:ext uri="{FF2B5EF4-FFF2-40B4-BE49-F238E27FC236}">
                <a16:creationId xmlns:a16="http://schemas.microsoft.com/office/drawing/2014/main" id="{28AAD55F-1FB3-07E0-4BC5-D933853BF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775900"/>
            <a:ext cx="7704000" cy="21721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051D50F-CB36-5705-2E95-C32D22F7199F}"/>
              </a:ext>
            </a:extLst>
          </p:cNvPr>
          <p:cNvSpPr>
            <a:spLocks noGrp="1"/>
          </p:cNvSpPr>
          <p:nvPr>
            <p:ph type="sldNum" sz="quarter" idx="12"/>
          </p:nvPr>
        </p:nvSpPr>
        <p:spPr/>
        <p:txBody>
          <a:bodyPr/>
          <a:lstStyle/>
          <a:p>
            <a:fld id="{CF8920F0-685D-4D8A-A9EF-3EE1A60245BD}" type="slidenum">
              <a:rPr lang="en-US" smtClean="0"/>
              <a:t>19</a:t>
            </a:fld>
            <a:endParaRPr lang="en-US"/>
          </a:p>
        </p:txBody>
      </p:sp>
      <p:sp>
        <p:nvSpPr>
          <p:cNvPr id="11" name="Google Shape;809;p48">
            <a:extLst>
              <a:ext uri="{FF2B5EF4-FFF2-40B4-BE49-F238E27FC236}">
                <a16:creationId xmlns:a16="http://schemas.microsoft.com/office/drawing/2014/main" id="{B0331614-ED79-5101-F942-17949A6B9C4C}"/>
              </a:ext>
            </a:extLst>
          </p:cNvPr>
          <p:cNvSpPr txBox="1">
            <a:spLocks noGrp="1"/>
          </p:cNvSpPr>
          <p:nvPr>
            <p:ph type="title"/>
          </p:nvPr>
        </p:nvSpPr>
        <p:spPr>
          <a:xfrm>
            <a:off x="3351293" y="312168"/>
            <a:ext cx="2441413"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2842552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AEABF581-A285-EA49-9B12-FA4520AE8F89}"/>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CFFFD111-42BC-4C93-C810-1180F25C5738}"/>
              </a:ext>
            </a:extLst>
          </p:cNvPr>
          <p:cNvSpPr txBox="1">
            <a:spLocks noGrp="1"/>
          </p:cNvSpPr>
          <p:nvPr>
            <p:ph type="body" idx="1"/>
          </p:nvPr>
        </p:nvSpPr>
        <p:spPr>
          <a:xfrm>
            <a:off x="720000" y="1203200"/>
            <a:ext cx="7704000" cy="804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Kẻ tấn công có thể sử dụng công cụ </a:t>
            </a:r>
            <a:r>
              <a:rPr lang="vi-VN" sz="1800" b="1">
                <a:latin typeface="Segoe UI" panose="020B0502040204020203" pitchFamily="34" charset="0"/>
                <a:cs typeface="Segoe UI" panose="020B0502040204020203" pitchFamily="34" charset="0"/>
              </a:rPr>
              <a:t>adb</a:t>
            </a:r>
            <a:r>
              <a:rPr lang="vi-VN" sz="1800">
                <a:latin typeface="Segoe UI" panose="020B0502040204020203" pitchFamily="34" charset="0"/>
                <a:cs typeface="Segoe UI" panose="020B0502040204020203" pitchFamily="34" charset="0"/>
              </a:rPr>
              <a:t> để thực hiện truy vấn hoặc chèn dữ liệu trái phép vào </a:t>
            </a:r>
            <a:r>
              <a:rPr lang="vi-VN" sz="1800" b="1">
                <a:latin typeface="Segoe UI" panose="020B0502040204020203" pitchFamily="34" charset="0"/>
                <a:cs typeface="Segoe UI" panose="020B0502040204020203" pitchFamily="34" charset="0"/>
              </a:rPr>
              <a:t>Content Provider </a:t>
            </a:r>
            <a:r>
              <a:rPr lang="vi-VN" sz="1800">
                <a:latin typeface="Segoe UI" panose="020B0502040204020203" pitchFamily="34" charset="0"/>
                <a:cs typeface="Segoe UI" panose="020B0502040204020203" pitchFamily="34" charset="0"/>
              </a:rPr>
              <a:t>này</a:t>
            </a:r>
            <a:r>
              <a:rPr lang="en-US" sz="18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pic>
        <p:nvPicPr>
          <p:cNvPr id="2054" name="Picture 6" descr="A screenshot of a computer program&#10;&#10;Description automatically generated">
            <a:extLst>
              <a:ext uri="{FF2B5EF4-FFF2-40B4-BE49-F238E27FC236}">
                <a16:creationId xmlns:a16="http://schemas.microsoft.com/office/drawing/2014/main" id="{6611F316-4A06-5A03-B347-EF9512FB6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2007220"/>
            <a:ext cx="7704000" cy="69491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 screenshot of a computer program&#10;&#10;Description automatically generated">
            <a:extLst>
              <a:ext uri="{FF2B5EF4-FFF2-40B4-BE49-F238E27FC236}">
                <a16:creationId xmlns:a16="http://schemas.microsoft.com/office/drawing/2014/main" id="{9CD9B98A-10ED-3905-9E96-AEBA80A68F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000" y="2883128"/>
            <a:ext cx="7704000" cy="124605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30439F3-0DF4-A341-20AE-81F63EBA09AD}"/>
              </a:ext>
            </a:extLst>
          </p:cNvPr>
          <p:cNvSpPr>
            <a:spLocks noGrp="1"/>
          </p:cNvSpPr>
          <p:nvPr>
            <p:ph type="sldNum" sz="quarter" idx="12"/>
          </p:nvPr>
        </p:nvSpPr>
        <p:spPr/>
        <p:txBody>
          <a:bodyPr/>
          <a:lstStyle/>
          <a:p>
            <a:fld id="{CF8920F0-685D-4D8A-A9EF-3EE1A60245BD}" type="slidenum">
              <a:rPr lang="en-US" smtClean="0"/>
              <a:t>20</a:t>
            </a:fld>
            <a:endParaRPr lang="en-US"/>
          </a:p>
        </p:txBody>
      </p:sp>
      <p:sp>
        <p:nvSpPr>
          <p:cNvPr id="11" name="Google Shape;809;p48">
            <a:extLst>
              <a:ext uri="{FF2B5EF4-FFF2-40B4-BE49-F238E27FC236}">
                <a16:creationId xmlns:a16="http://schemas.microsoft.com/office/drawing/2014/main" id="{C8C517AE-5340-958F-0CA3-82ADFF0A44D0}"/>
              </a:ext>
            </a:extLst>
          </p:cNvPr>
          <p:cNvSpPr txBox="1">
            <a:spLocks noGrp="1"/>
          </p:cNvSpPr>
          <p:nvPr>
            <p:ph type="title"/>
          </p:nvPr>
        </p:nvSpPr>
        <p:spPr>
          <a:xfrm>
            <a:off x="3351293" y="312168"/>
            <a:ext cx="2441413"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862134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6744A9E3-5754-89B2-AEF7-22687AF38D8A}"/>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E9B56026-F4FC-E2AF-5FFC-A45A64E704F3}"/>
              </a:ext>
            </a:extLst>
          </p:cNvPr>
          <p:cNvSpPr txBox="1">
            <a:spLocks noGrp="1"/>
          </p:cNvSpPr>
          <p:nvPr>
            <p:ph type="body" idx="1"/>
          </p:nvPr>
        </p:nvSpPr>
        <p:spPr>
          <a:xfrm>
            <a:off x="720000" y="1203200"/>
            <a:ext cx="7704000" cy="804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b="1">
                <a:latin typeface="Segoe UI" panose="020B0502040204020203" pitchFamily="34" charset="0"/>
                <a:cs typeface="Segoe UI" panose="020B0502040204020203" pitchFamily="34" charset="0"/>
              </a:rPr>
              <a:t>NotesProvider</a:t>
            </a:r>
            <a:r>
              <a:rPr lang="vi-VN" sz="1800">
                <a:latin typeface="Segoe UI" panose="020B0502040204020203" pitchFamily="34" charset="0"/>
                <a:cs typeface="Segoe UI" panose="020B0502040204020203" pitchFamily="34" charset="0"/>
              </a:rPr>
              <a:t> cũng được khai báo với </a:t>
            </a:r>
            <a:r>
              <a:rPr lang="vi-VN" sz="1800" b="1">
                <a:latin typeface="Segoe UI" panose="020B0502040204020203" pitchFamily="34" charset="0"/>
                <a:cs typeface="Segoe UI" panose="020B0502040204020203" pitchFamily="34" charset="0"/>
              </a:rPr>
              <a:t>exported="true"</a:t>
            </a:r>
            <a:r>
              <a:rPr lang="vi-VN" sz="1800">
                <a:latin typeface="Segoe UI" panose="020B0502040204020203" pitchFamily="34" charset="0"/>
                <a:cs typeface="Segoe UI" panose="020B0502040204020203" pitchFamily="34" charset="0"/>
              </a:rPr>
              <a:t>, dẫn đến nguy cơ rò rỉ dữ liệu từ các ghi chú của người dùng.</a:t>
            </a: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pic>
        <p:nvPicPr>
          <p:cNvPr id="5122" name="Picture 2" descr="A screen shot of a computer code&#10;&#10;Description automatically generated">
            <a:extLst>
              <a:ext uri="{FF2B5EF4-FFF2-40B4-BE49-F238E27FC236}">
                <a16:creationId xmlns:a16="http://schemas.microsoft.com/office/drawing/2014/main" id="{1A47F905-95D6-B5B1-E267-A15B9591C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999" y="2007220"/>
            <a:ext cx="7704000" cy="270775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581024C-3734-81D2-DBB3-127E77248587}"/>
              </a:ext>
            </a:extLst>
          </p:cNvPr>
          <p:cNvSpPr>
            <a:spLocks noGrp="1"/>
          </p:cNvSpPr>
          <p:nvPr>
            <p:ph type="sldNum" sz="quarter" idx="12"/>
          </p:nvPr>
        </p:nvSpPr>
        <p:spPr/>
        <p:txBody>
          <a:bodyPr/>
          <a:lstStyle/>
          <a:p>
            <a:fld id="{CF8920F0-685D-4D8A-A9EF-3EE1A60245BD}" type="slidenum">
              <a:rPr lang="en-US" smtClean="0"/>
              <a:t>21</a:t>
            </a:fld>
            <a:endParaRPr lang="en-US"/>
          </a:p>
        </p:txBody>
      </p:sp>
      <p:sp>
        <p:nvSpPr>
          <p:cNvPr id="11" name="Google Shape;809;p48">
            <a:extLst>
              <a:ext uri="{FF2B5EF4-FFF2-40B4-BE49-F238E27FC236}">
                <a16:creationId xmlns:a16="http://schemas.microsoft.com/office/drawing/2014/main" id="{7A62DB26-1598-AD5D-FA9E-5A9FA86E7456}"/>
              </a:ext>
            </a:extLst>
          </p:cNvPr>
          <p:cNvSpPr txBox="1">
            <a:spLocks noGrp="1"/>
          </p:cNvSpPr>
          <p:nvPr>
            <p:ph type="title"/>
          </p:nvPr>
        </p:nvSpPr>
        <p:spPr>
          <a:xfrm>
            <a:off x="3351293" y="312168"/>
            <a:ext cx="2441413"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8952101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C5C25DF8-A8C2-FB98-7C20-EAE785829612}"/>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061FD0E6-08A3-8C18-A2B8-85FF76FE7254}"/>
              </a:ext>
            </a:extLst>
          </p:cNvPr>
          <p:cNvSpPr txBox="1">
            <a:spLocks noGrp="1"/>
          </p:cNvSpPr>
          <p:nvPr>
            <p:ph type="body" idx="1"/>
          </p:nvPr>
        </p:nvSpPr>
        <p:spPr>
          <a:xfrm>
            <a:off x="720000" y="1203200"/>
            <a:ext cx="7704000" cy="804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Dữ liệu có thể bị truy vấn thông qua </a:t>
            </a:r>
            <a:r>
              <a:rPr lang="vi-VN" sz="1800" b="1">
                <a:latin typeface="Segoe UI" panose="020B0502040204020203" pitchFamily="34" charset="0"/>
                <a:cs typeface="Segoe UI" panose="020B0502040204020203" pitchFamily="34" charset="0"/>
              </a:rPr>
              <a:t>Content URI </a:t>
            </a:r>
            <a:r>
              <a:rPr lang="vi-VN" sz="1800">
                <a:latin typeface="Segoe UI" panose="020B0502040204020203" pitchFamily="34" charset="0"/>
                <a:cs typeface="Segoe UI" panose="020B0502040204020203" pitchFamily="34" charset="0"/>
              </a:rPr>
              <a:t>được định nghĩa trong lớp </a:t>
            </a:r>
            <a:r>
              <a:rPr lang="vi-VN" sz="1800" b="1">
                <a:latin typeface="Segoe UI" panose="020B0502040204020203" pitchFamily="34" charset="0"/>
                <a:cs typeface="Segoe UI" panose="020B0502040204020203" pitchFamily="34" charset="0"/>
              </a:rPr>
              <a:t>NotesProvider</a:t>
            </a:r>
            <a:r>
              <a:rPr lang="en-US" sz="18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a:p>
        </p:txBody>
      </p:sp>
      <p:pic>
        <p:nvPicPr>
          <p:cNvPr id="6146" name="Picture 2" descr="A screenshot of a computer program&#10;&#10;Description automatically generated">
            <a:extLst>
              <a:ext uri="{FF2B5EF4-FFF2-40B4-BE49-F238E27FC236}">
                <a16:creationId xmlns:a16="http://schemas.microsoft.com/office/drawing/2014/main" id="{A72103E1-FEB2-1ED4-B37F-4F86A3E3D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2057961"/>
            <a:ext cx="7704000" cy="107832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21AE4EF-0BA9-5EE5-842C-7C2331A800CF}"/>
              </a:ext>
            </a:extLst>
          </p:cNvPr>
          <p:cNvSpPr>
            <a:spLocks noGrp="1"/>
          </p:cNvSpPr>
          <p:nvPr>
            <p:ph type="sldNum" sz="quarter" idx="12"/>
          </p:nvPr>
        </p:nvSpPr>
        <p:spPr/>
        <p:txBody>
          <a:bodyPr/>
          <a:lstStyle/>
          <a:p>
            <a:fld id="{CF8920F0-685D-4D8A-A9EF-3EE1A60245BD}" type="slidenum">
              <a:rPr lang="en-US" smtClean="0"/>
              <a:t>22</a:t>
            </a:fld>
            <a:endParaRPr lang="en-US"/>
          </a:p>
        </p:txBody>
      </p:sp>
      <p:sp>
        <p:nvSpPr>
          <p:cNvPr id="11" name="Google Shape;809;p48">
            <a:extLst>
              <a:ext uri="{FF2B5EF4-FFF2-40B4-BE49-F238E27FC236}">
                <a16:creationId xmlns:a16="http://schemas.microsoft.com/office/drawing/2014/main" id="{F5C56BAE-9623-B5B7-C163-968B7D2F8880}"/>
              </a:ext>
            </a:extLst>
          </p:cNvPr>
          <p:cNvSpPr txBox="1">
            <a:spLocks noGrp="1"/>
          </p:cNvSpPr>
          <p:nvPr>
            <p:ph type="title"/>
          </p:nvPr>
        </p:nvSpPr>
        <p:spPr>
          <a:xfrm>
            <a:off x="3351293" y="312168"/>
            <a:ext cx="2441413"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4547396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4D432386-CBD8-4059-EFF3-548874E9A732}"/>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837F619B-0423-9D77-672F-A9606CDBBC90}"/>
              </a:ext>
            </a:extLst>
          </p:cNvPr>
          <p:cNvSpPr txBox="1">
            <a:spLocks noGrp="1"/>
          </p:cNvSpPr>
          <p:nvPr>
            <p:ph type="body" idx="1"/>
          </p:nvPr>
        </p:nvSpPr>
        <p:spPr>
          <a:xfrm>
            <a:off x="720000" y="1203199"/>
            <a:ext cx="7704000" cy="7863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Cấu</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hình</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lại</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Content Providers </a:t>
            </a:r>
            <a:r>
              <a:rPr lang="en-US" sz="1800" err="1">
                <a:latin typeface="Segoe UI" panose="020B0502040204020203" pitchFamily="34" charset="0"/>
                <a:cs typeface="Segoe UI" panose="020B0502040204020203" pitchFamily="34" charset="0"/>
              </a:rPr>
              <a:t>bằng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cách</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đặt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thuộc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tính</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exported</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về</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false</a:t>
            </a:r>
            <a:r>
              <a:rPr lang="en-US" sz="1800">
                <a:latin typeface="Segoe UI" panose="020B0502040204020203" pitchFamily="34" charset="0"/>
                <a:cs typeface="Segoe UI" panose="020B0502040204020203" pitchFamily="34" charset="0"/>
              </a:rPr>
              <a:t> để </a:t>
            </a:r>
            <a:r>
              <a:rPr lang="en-US" sz="1800" err="1">
                <a:latin typeface="Segoe UI" panose="020B0502040204020203" pitchFamily="34" charset="0"/>
                <a:cs typeface="Segoe UI" panose="020B0502040204020203" pitchFamily="34" charset="0"/>
              </a:rPr>
              <a:t>ngăn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chặn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truy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cập</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từ</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các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ứng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bên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ngoài</a:t>
            </a:r>
            <a:r>
              <a:rPr lang="en-US" sz="1800">
                <a:latin typeface="Segoe UI" panose="020B0502040204020203" pitchFamily="34" charset="0"/>
                <a:cs typeface="Segoe UI" panose="020B0502040204020203" pitchFamily="34" charset="0"/>
              </a:rPr>
              <a:t>.</a:t>
            </a:r>
          </a:p>
        </p:txBody>
      </p:sp>
      <p:pic>
        <p:nvPicPr>
          <p:cNvPr id="7170" name="Picture 2" descr="A screen shot of a computer program&#10;&#10;Description automatically generated">
            <a:extLst>
              <a:ext uri="{FF2B5EF4-FFF2-40B4-BE49-F238E27FC236}">
                <a16:creationId xmlns:a16="http://schemas.microsoft.com/office/drawing/2014/main" id="{C7176A5D-A92D-B15C-2752-8EFAD9923D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000"/>
          <a:stretch/>
        </p:blipFill>
        <p:spPr bwMode="auto">
          <a:xfrm>
            <a:off x="720000" y="2075235"/>
            <a:ext cx="7704000" cy="169260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F65C7CE-6AA3-3EBC-4DF8-E10CE53A5192}"/>
              </a:ext>
            </a:extLst>
          </p:cNvPr>
          <p:cNvSpPr>
            <a:spLocks noGrp="1"/>
          </p:cNvSpPr>
          <p:nvPr>
            <p:ph type="sldNum" sz="quarter" idx="12"/>
          </p:nvPr>
        </p:nvSpPr>
        <p:spPr/>
        <p:txBody>
          <a:bodyPr/>
          <a:lstStyle/>
          <a:p>
            <a:fld id="{CF8920F0-685D-4D8A-A9EF-3EE1A60245BD}" type="slidenum">
              <a:rPr lang="en-US" smtClean="0"/>
              <a:t>23</a:t>
            </a:fld>
            <a:endParaRPr lang="en-US"/>
          </a:p>
        </p:txBody>
      </p:sp>
      <p:sp>
        <p:nvSpPr>
          <p:cNvPr id="12" name="Google Shape;809;p48">
            <a:extLst>
              <a:ext uri="{FF2B5EF4-FFF2-40B4-BE49-F238E27FC236}">
                <a16:creationId xmlns:a16="http://schemas.microsoft.com/office/drawing/2014/main" id="{1C4B1A4C-99EB-8D9D-FA62-1EC7DB2A2E2B}"/>
              </a:ext>
            </a:extLst>
          </p:cNvPr>
          <p:cNvSpPr txBox="1">
            <a:spLocks noGrp="1"/>
          </p:cNvSpPr>
          <p:nvPr>
            <p:ph type="title"/>
          </p:nvPr>
        </p:nvSpPr>
        <p:spPr>
          <a:xfrm>
            <a:off x="3621404" y="305080"/>
            <a:ext cx="190119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6071971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92CA0358-A8CB-CFDA-CCB6-5132E80ED91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552D22-4FBA-D74A-94F9-2BCA20E5B969}"/>
              </a:ext>
            </a:extLst>
          </p:cNvPr>
          <p:cNvSpPr>
            <a:spLocks noGrp="1"/>
          </p:cNvSpPr>
          <p:nvPr>
            <p:ph type="sldNum" sz="quarter" idx="12"/>
          </p:nvPr>
        </p:nvSpPr>
        <p:spPr/>
        <p:txBody>
          <a:bodyPr/>
          <a:lstStyle/>
          <a:p>
            <a:fld id="{CF8920F0-685D-4D8A-A9EF-3EE1A60245BD}" type="slidenum">
              <a:rPr lang="en-US" smtClean="0"/>
              <a:t>24</a:t>
            </a:fld>
            <a:endParaRPr lang="en-US"/>
          </a:p>
        </p:txBody>
      </p:sp>
      <p:pic>
        <p:nvPicPr>
          <p:cNvPr id="7" name="Picture 6">
            <a:extLst>
              <a:ext uri="{FF2B5EF4-FFF2-40B4-BE49-F238E27FC236}">
                <a16:creationId xmlns:a16="http://schemas.microsoft.com/office/drawing/2014/main" id="{3B899A96-B685-38B9-F48F-27ACE3B886DB}"/>
              </a:ext>
            </a:extLst>
          </p:cNvPr>
          <p:cNvPicPr>
            <a:picLocks noChangeAspect="1"/>
          </p:cNvPicPr>
          <p:nvPr/>
        </p:nvPicPr>
        <p:blipFill>
          <a:blip r:embed="rId3"/>
          <a:stretch>
            <a:fillRect/>
          </a:stretch>
        </p:blipFill>
        <p:spPr>
          <a:xfrm>
            <a:off x="1913932" y="1084520"/>
            <a:ext cx="5046938" cy="3712271"/>
          </a:xfrm>
          <a:prstGeom prst="rect">
            <a:avLst/>
          </a:prstGeom>
        </p:spPr>
      </p:pic>
      <p:sp>
        <p:nvSpPr>
          <p:cNvPr id="12" name="Google Shape;809;p48">
            <a:extLst>
              <a:ext uri="{FF2B5EF4-FFF2-40B4-BE49-F238E27FC236}">
                <a16:creationId xmlns:a16="http://schemas.microsoft.com/office/drawing/2014/main" id="{291529E8-4365-0367-55E1-627AA965D75D}"/>
              </a:ext>
            </a:extLst>
          </p:cNvPr>
          <p:cNvSpPr txBox="1">
            <a:spLocks noGrp="1"/>
          </p:cNvSpPr>
          <p:nvPr>
            <p:ph type="title"/>
          </p:nvPr>
        </p:nvSpPr>
        <p:spPr>
          <a:xfrm>
            <a:off x="3621404" y="305080"/>
            <a:ext cx="190119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8547790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54014FFD-01AD-9639-D233-FD26B2194915}"/>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C7C3111-BB1F-6E72-3AE3-8242A07EA55B}"/>
              </a:ext>
            </a:extLst>
          </p:cNvPr>
          <p:cNvSpPr txBox="1">
            <a:spLocks noGrp="1"/>
          </p:cNvSpPr>
          <p:nvPr>
            <p:ph type="body" idx="1"/>
          </p:nvPr>
        </p:nvSpPr>
        <p:spPr>
          <a:xfrm>
            <a:off x="720000" y="1203200"/>
            <a:ext cx="7704000" cy="25584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a:latin typeface="Segoe UI" panose="020B0502040204020203" pitchFamily="34" charset="0"/>
              <a:cs typeface="Segoe UI" panose="020B0502040204020203" pitchFamily="34" charset="0"/>
            </a:endParaRPr>
          </a:p>
          <a:p>
            <a:pPr marL="342900" indent="-342900"/>
            <a:r>
              <a:rPr lang="en-US" sz="2000" err="1">
                <a:latin typeface="Segoe UI" panose="020B0502040204020203" pitchFamily="34" charset="0"/>
                <a:cs typeface="Segoe UI" panose="020B0502040204020203" pitchFamily="34" charset="0"/>
              </a:rPr>
              <a:t>Đặt</a:t>
            </a:r>
            <a:r>
              <a:rPr lang="en-US" sz="2000">
                <a:latin typeface="Segoe UI" panose="020B0502040204020203" pitchFamily="34" charset="0"/>
                <a:cs typeface="Segoe UI" panose="020B0502040204020203" pitchFamily="34" charset="0"/>
              </a:rPr>
              <a:t> </a:t>
            </a:r>
            <a:r>
              <a:rPr lang="vi-VN" sz="2000" b="1">
                <a:latin typeface="Segoe UI" panose="020B0502040204020203" pitchFamily="34" charset="0"/>
                <a:cs typeface="Segoe UI" panose="020B0502040204020203" pitchFamily="34" charset="0"/>
              </a:rPr>
              <a:t>exported="false" </a:t>
            </a:r>
            <a:r>
              <a:rPr lang="vi-VN" sz="2000">
                <a:latin typeface="Segoe UI" panose="020B0502040204020203" pitchFamily="34" charset="0"/>
                <a:cs typeface="Segoe UI" panose="020B0502040204020203" pitchFamily="34" charset="0"/>
              </a:rPr>
              <a:t>giúp ngăn chặn các ứng dụng khác truy cập trái phép. </a:t>
            </a:r>
          </a:p>
          <a:p>
            <a:pPr marL="342900" indent="-342900"/>
            <a:r>
              <a:rPr lang="vi-VN" sz="2000">
                <a:latin typeface="Segoe UI" panose="020B0502040204020203" pitchFamily="34" charset="0"/>
                <a:cs typeface="Segoe UI" panose="020B0502040204020203" pitchFamily="34" charset="0"/>
              </a:rPr>
              <a:t>Loại bỏ nguy cơ rò rỉ thông tin đăng nhậ</a:t>
            </a:r>
            <a:r>
              <a:rPr lang="en-US" sz="2000">
                <a:latin typeface="Segoe UI" panose="020B0502040204020203" pitchFamily="34" charset="0"/>
                <a:cs typeface="Segoe UI" panose="020B0502040204020203" pitchFamily="34" charset="0"/>
              </a:rPr>
              <a:t>p.</a:t>
            </a:r>
            <a:endParaRPr lang="vi-VN"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Ngăn chặn việc chèn dữ liệu trái phép, đảm bảo tính toàn vẹn của hệ thống. </a:t>
            </a:r>
          </a:p>
          <a:p>
            <a:pPr marL="342900" indent="-342900"/>
            <a:r>
              <a:rPr lang="vi-VN" sz="2000">
                <a:latin typeface="Segoe UI" panose="020B0502040204020203" pitchFamily="34" charset="0"/>
                <a:cs typeface="Segoe UI" panose="020B0502040204020203" pitchFamily="34" charset="0"/>
              </a:rPr>
              <a:t>Tăng cường khả năng mở rộng với cấu hình bảo mật chặt chẽ. </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5E565741-FF1E-4322-7A42-0A6C2627D8E9}"/>
              </a:ext>
            </a:extLst>
          </p:cNvPr>
          <p:cNvSpPr>
            <a:spLocks noGrp="1"/>
          </p:cNvSpPr>
          <p:nvPr>
            <p:ph type="sldNum" sz="quarter" idx="12"/>
          </p:nvPr>
        </p:nvSpPr>
        <p:spPr/>
        <p:txBody>
          <a:bodyPr/>
          <a:lstStyle/>
          <a:p>
            <a:fld id="{CF8920F0-685D-4D8A-A9EF-3EE1A60245BD}" type="slidenum">
              <a:rPr lang="en-US" smtClean="0"/>
              <a:t>25</a:t>
            </a:fld>
            <a:endParaRPr lang="en-US"/>
          </a:p>
        </p:txBody>
      </p:sp>
      <p:sp>
        <p:nvSpPr>
          <p:cNvPr id="5" name="Google Shape;809;p48">
            <a:extLst>
              <a:ext uri="{FF2B5EF4-FFF2-40B4-BE49-F238E27FC236}">
                <a16:creationId xmlns:a16="http://schemas.microsoft.com/office/drawing/2014/main" id="{0FBD3455-29BE-B173-36E4-19BAD1969F07}"/>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4187364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C48E6B67-CCA6-A3C1-1A9C-02D5A651B7B4}"/>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C238A94D-BCF2-7702-CFEC-D881B849E5EC}"/>
              </a:ext>
            </a:extLst>
          </p:cNvPr>
          <p:cNvSpPr txBox="1">
            <a:spLocks noGrp="1"/>
          </p:cNvSpPr>
          <p:nvPr>
            <p:ph type="body" idx="1"/>
          </p:nvPr>
        </p:nvSpPr>
        <p:spPr>
          <a:xfrm>
            <a:off x="720000" y="1203200"/>
            <a:ext cx="7704000" cy="28484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Lỗ hổng </a:t>
            </a:r>
            <a:r>
              <a:rPr lang="vi-VN" sz="2000" b="1">
                <a:latin typeface="Segoe UI" panose="020B0502040204020203" pitchFamily="34" charset="0"/>
                <a:cs typeface="Segoe UI" panose="020B0502040204020203" pitchFamily="34" charset="0"/>
              </a:rPr>
              <a:t>Improper Platform Usage </a:t>
            </a:r>
            <a:r>
              <a:rPr lang="vi-VN" sz="2000">
                <a:latin typeface="Segoe UI" panose="020B0502040204020203" pitchFamily="34" charset="0"/>
                <a:cs typeface="Segoe UI" panose="020B0502040204020203" pitchFamily="34" charset="0"/>
              </a:rPr>
              <a:t>trong Goatlin được khắc phục bằng cách</a:t>
            </a:r>
            <a:r>
              <a:rPr lang="en-US" sz="2000">
                <a:latin typeface="Segoe UI" panose="020B0502040204020203" pitchFamily="34" charset="0"/>
                <a:cs typeface="Segoe UI" panose="020B0502040204020203" pitchFamily="34" charset="0"/>
              </a:rPr>
              <a:t>:</a:t>
            </a:r>
          </a:p>
          <a:p>
            <a:pPr marL="342900" indent="-342900"/>
            <a:r>
              <a:rPr lang="en-US" sz="2000">
                <a:latin typeface="Segoe UI" panose="020B0502040204020203" pitchFamily="34" charset="0"/>
                <a:cs typeface="Segoe UI" panose="020B0502040204020203" pitchFamily="34" charset="0"/>
              </a:rPr>
              <a:t>C</a:t>
            </a:r>
            <a:r>
              <a:rPr lang="vi-VN" sz="2000">
                <a:latin typeface="Segoe UI" panose="020B0502040204020203" pitchFamily="34" charset="0"/>
                <a:cs typeface="Segoe UI" panose="020B0502040204020203" pitchFamily="34" charset="0"/>
              </a:rPr>
              <a:t>ấu hình lại Content Providers</a:t>
            </a:r>
            <a:r>
              <a:rPr lang="en-US" sz="2000">
                <a:latin typeface="Segoe UI" panose="020B0502040204020203" pitchFamily="34" charset="0"/>
                <a:cs typeface="Segoe UI" panose="020B0502040204020203" pitchFamily="34" charset="0"/>
              </a:rPr>
              <a:t>.</a:t>
            </a:r>
          </a:p>
          <a:p>
            <a:pPr marL="342900" indent="-342900"/>
            <a:r>
              <a:rPr lang="en-US" sz="2000">
                <a:latin typeface="Segoe UI" panose="020B0502040204020203" pitchFamily="34" charset="0"/>
                <a:cs typeface="Segoe UI" panose="020B0502040204020203" pitchFamily="34" charset="0"/>
              </a:rPr>
              <a:t>B</a:t>
            </a:r>
            <a:r>
              <a:rPr lang="vi-VN" sz="2000">
                <a:latin typeface="Segoe UI" panose="020B0502040204020203" pitchFamily="34" charset="0"/>
                <a:cs typeface="Segoe UI" panose="020B0502040204020203" pitchFamily="34" charset="0"/>
              </a:rPr>
              <a:t>ổ sung xác thực và mã hóa dữ liệu. </a:t>
            </a:r>
            <a:endParaRPr lang="en-US" sz="2000">
              <a:latin typeface="Segoe UI" panose="020B0502040204020203" pitchFamily="34" charset="0"/>
              <a:cs typeface="Segoe UI" panose="020B0502040204020203" pitchFamily="34" charset="0"/>
            </a:endParaRPr>
          </a:p>
          <a:p>
            <a:pPr marL="342900" indent="-342900"/>
            <a:endParaRPr lang="en-US" sz="20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Những cải tiến này giúp</a:t>
            </a:r>
            <a:r>
              <a:rPr lang="en-US" sz="2000">
                <a:latin typeface="Segoe UI" panose="020B0502040204020203" pitchFamily="34" charset="0"/>
                <a:cs typeface="Segoe UI" panose="020B0502040204020203" pitchFamily="34" charset="0"/>
              </a:rPr>
              <a:t>:</a:t>
            </a:r>
          </a:p>
          <a:p>
            <a:pPr marL="342900" indent="-342900"/>
            <a:r>
              <a:rPr lang="en-US" sz="2000">
                <a:latin typeface="Segoe UI" panose="020B0502040204020203" pitchFamily="34" charset="0"/>
                <a:cs typeface="Segoe UI" panose="020B0502040204020203" pitchFamily="34" charset="0"/>
              </a:rPr>
              <a:t>B</a:t>
            </a:r>
            <a:r>
              <a:rPr lang="vi-VN" sz="2000">
                <a:latin typeface="Segoe UI" panose="020B0502040204020203" pitchFamily="34" charset="0"/>
                <a:cs typeface="Segoe UI" panose="020B0502040204020203" pitchFamily="34" charset="0"/>
              </a:rPr>
              <a:t>ảo vệ dữ liệu người dùng. </a:t>
            </a:r>
            <a:endParaRPr lang="en-US" sz="2000">
              <a:latin typeface="Segoe UI" panose="020B0502040204020203" pitchFamily="34" charset="0"/>
              <a:cs typeface="Segoe UI" panose="020B0502040204020203" pitchFamily="34" charset="0"/>
            </a:endParaRPr>
          </a:p>
          <a:p>
            <a:pPr marL="342900" indent="-342900"/>
            <a:r>
              <a:rPr lang="en-US" sz="2000">
                <a:latin typeface="Segoe UI" panose="020B0502040204020203" pitchFamily="34" charset="0"/>
                <a:cs typeface="Segoe UI" panose="020B0502040204020203" pitchFamily="34" charset="0"/>
              </a:rPr>
              <a:t>H</a:t>
            </a:r>
            <a:r>
              <a:rPr lang="vi-VN" sz="2000">
                <a:latin typeface="Segoe UI" panose="020B0502040204020203" pitchFamily="34" charset="0"/>
                <a:cs typeface="Segoe UI" panose="020B0502040204020203" pitchFamily="34" charset="0"/>
              </a:rPr>
              <a:t>ệ thống tuân thủ các tiêu chuẩn bảo mật cao</a:t>
            </a:r>
            <a:r>
              <a:rPr lang="en-US" sz="2000">
                <a:latin typeface="Segoe UI" panose="020B0502040204020203" pitchFamily="34" charset="0"/>
                <a:cs typeface="Segoe UI" panose="020B0502040204020203" pitchFamily="34" charset="0"/>
              </a:rPr>
              <a:t>.</a:t>
            </a:r>
          </a:p>
          <a:p>
            <a:pPr marL="342900" indent="-342900"/>
            <a:r>
              <a:rPr lang="en-US" sz="2000">
                <a:latin typeface="Segoe UI" panose="020B0502040204020203" pitchFamily="34" charset="0"/>
                <a:cs typeface="Segoe UI" panose="020B0502040204020203" pitchFamily="34" charset="0"/>
              </a:rPr>
              <a:t>G</a:t>
            </a:r>
            <a:r>
              <a:rPr lang="vi-VN" sz="2000">
                <a:latin typeface="Segoe UI" panose="020B0502040204020203" pitchFamily="34" charset="0"/>
                <a:cs typeface="Segoe UI" panose="020B0502040204020203" pitchFamily="34" charset="0"/>
              </a:rPr>
              <a:t>iảm thiểu các nguy cơ tấn công và rò rỉ dữ liệu</a:t>
            </a:r>
            <a:r>
              <a:rPr lang="en-US" sz="2000">
                <a:latin typeface="Segoe UI" panose="020B0502040204020203" pitchFamily="34" charset="0"/>
                <a:cs typeface="Segoe UI" panose="020B0502040204020203" pitchFamily="34" charset="0"/>
              </a:rPr>
              <a:t>.</a:t>
            </a:r>
          </a:p>
        </p:txBody>
      </p:sp>
      <p:sp>
        <p:nvSpPr>
          <p:cNvPr id="3" name="Slide Number Placeholder 2">
            <a:extLst>
              <a:ext uri="{FF2B5EF4-FFF2-40B4-BE49-F238E27FC236}">
                <a16:creationId xmlns:a16="http://schemas.microsoft.com/office/drawing/2014/main" id="{EB6E1C6F-E6AF-952B-6195-D8AC638B1430}"/>
              </a:ext>
            </a:extLst>
          </p:cNvPr>
          <p:cNvSpPr>
            <a:spLocks noGrp="1"/>
          </p:cNvSpPr>
          <p:nvPr>
            <p:ph type="sldNum" sz="quarter" idx="12"/>
          </p:nvPr>
        </p:nvSpPr>
        <p:spPr/>
        <p:txBody>
          <a:bodyPr/>
          <a:lstStyle/>
          <a:p>
            <a:fld id="{CF8920F0-685D-4D8A-A9EF-3EE1A60245BD}" type="slidenum">
              <a:rPr lang="en-US" smtClean="0"/>
              <a:t>26</a:t>
            </a:fld>
            <a:endParaRPr lang="en-US"/>
          </a:p>
        </p:txBody>
      </p:sp>
      <p:sp>
        <p:nvSpPr>
          <p:cNvPr id="5" name="Google Shape;809;p48">
            <a:extLst>
              <a:ext uri="{FF2B5EF4-FFF2-40B4-BE49-F238E27FC236}">
                <a16:creationId xmlns:a16="http://schemas.microsoft.com/office/drawing/2014/main" id="{5C09F2F1-DB12-813F-1A1F-0A59FA501564}"/>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6666804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DFF531D5-A800-1F4E-C288-A3358D845566}"/>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88927974-6B5E-69D7-EDEC-B2957E1397F8}"/>
              </a:ext>
            </a:extLst>
          </p:cNvPr>
          <p:cNvSpPr txBox="1">
            <a:spLocks noGrp="1"/>
          </p:cNvSpPr>
          <p:nvPr>
            <p:ph type="title"/>
          </p:nvPr>
        </p:nvSpPr>
        <p:spPr>
          <a:xfrm>
            <a:off x="710575" y="1967872"/>
            <a:ext cx="4332900"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400">
                <a:latin typeface="Segoe UI" panose="020B0502040204020203" pitchFamily="34" charset="0"/>
                <a:cs typeface="Segoe UI" panose="020B0502040204020203" pitchFamily="34" charset="0"/>
              </a:rPr>
              <a:t>INSECURE DATA STORAGE (LƯU TRỮ DỮ LIỆU KHÔNG AN TOÀN)</a:t>
            </a:r>
            <a:endParaRPr lang="en-US" sz="2400">
              <a:latin typeface="Segoe UI" panose="020B0502040204020203" pitchFamily="34" charset="0"/>
              <a:cs typeface="Segoe UI" panose="020B0502040204020203" pitchFamily="34" charset="0"/>
            </a:endParaRPr>
          </a:p>
        </p:txBody>
      </p:sp>
      <p:sp>
        <p:nvSpPr>
          <p:cNvPr id="231" name="Google Shape;231;p30">
            <a:extLst>
              <a:ext uri="{FF2B5EF4-FFF2-40B4-BE49-F238E27FC236}">
                <a16:creationId xmlns:a16="http://schemas.microsoft.com/office/drawing/2014/main" id="{1056A05D-886A-E1A9-4F01-FB9929C92CC6}"/>
              </a:ext>
            </a:extLst>
          </p:cNvPr>
          <p:cNvSpPr txBox="1">
            <a:spLocks noGrp="1"/>
          </p:cNvSpPr>
          <p:nvPr>
            <p:ph type="title" idx="2"/>
          </p:nvPr>
        </p:nvSpPr>
        <p:spPr>
          <a:xfrm>
            <a:off x="710575"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M-2</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375E7EA5-628D-3606-1B21-10C91D09A08B}"/>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AA4F72FA-BA8E-0020-3A24-37AB739E2F66}"/>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2E0AE812-1E22-728E-82C8-429FF32F7812}"/>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40F08B54-6730-D40A-FAB0-EC02C301BF3C}"/>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00663F7A-6A05-CBAC-9B90-38D8D40335F9}"/>
              </a:ext>
            </a:extLst>
          </p:cNvPr>
          <p:cNvSpPr>
            <a:spLocks noGrp="1"/>
          </p:cNvSpPr>
          <p:nvPr>
            <p:ph type="sldNum" sz="quarter" idx="12"/>
          </p:nvPr>
        </p:nvSpPr>
        <p:spPr/>
        <p:txBody>
          <a:bodyPr/>
          <a:lstStyle/>
          <a:p>
            <a:fld id="{CF8920F0-685D-4D8A-A9EF-3EE1A60245BD}" type="slidenum">
              <a:rPr lang="en-US" smtClean="0"/>
              <a:t>27</a:t>
            </a:fld>
            <a:endParaRPr lang="en-US"/>
          </a:p>
        </p:txBody>
      </p:sp>
      <p:pic>
        <p:nvPicPr>
          <p:cNvPr id="5" name="Picture 4">
            <a:extLst>
              <a:ext uri="{FF2B5EF4-FFF2-40B4-BE49-F238E27FC236}">
                <a16:creationId xmlns:a16="http://schemas.microsoft.com/office/drawing/2014/main" id="{93DECF49-5176-A510-C91F-BD80C6E43A73}"/>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25141146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DB01BC28-1E3F-BF0C-271A-624282983BA8}"/>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902CE5AB-D51D-7AD7-0B0A-CC13D7E0BF99}"/>
              </a:ext>
            </a:extLst>
          </p:cNvPr>
          <p:cNvSpPr txBox="1">
            <a:spLocks noGrp="1"/>
          </p:cNvSpPr>
          <p:nvPr>
            <p:ph type="body" idx="1"/>
          </p:nvPr>
        </p:nvSpPr>
        <p:spPr>
          <a:xfrm>
            <a:off x="720000" y="1203200"/>
            <a:ext cx="7704000" cy="2476702"/>
          </a:xfrm>
          <a:prstGeom prst="rect">
            <a:avLst/>
          </a:prstGeom>
        </p:spPr>
        <p:txBody>
          <a:bodyPr spcFirstLastPara="1" wrap="square" lIns="91425" tIns="91425" rIns="91425" bIns="91425" anchor="t" anchorCtr="0">
            <a:noAutofit/>
          </a:bodyPr>
          <a:lstStyle/>
          <a:p>
            <a:pPr marL="285750" indent="-285750"/>
            <a:endParaRPr lang="en-US" sz="2400">
              <a:latin typeface="Segoe UI" panose="020B0502040204020203" pitchFamily="34" charset="0"/>
              <a:cs typeface="Segoe UI" panose="020B0502040204020203" pitchFamily="34" charset="0"/>
            </a:endParaRPr>
          </a:p>
          <a:p>
            <a:pPr marL="285750" indent="-285750"/>
            <a:r>
              <a:rPr lang="en-US" sz="2400">
                <a:latin typeface="Segoe UI" panose="020B0502040204020203" pitchFamily="34" charset="0"/>
                <a:cs typeface="Segoe UI" panose="020B0502040204020203" pitchFamily="34" charset="0"/>
              </a:rPr>
              <a:t>H</a:t>
            </a:r>
            <a:r>
              <a:rPr lang="vi-VN" sz="2400">
                <a:latin typeface="Segoe UI" panose="020B0502040204020203" pitchFamily="34" charset="0"/>
                <a:cs typeface="Segoe UI" panose="020B0502040204020203" pitchFamily="34" charset="0"/>
              </a:rPr>
              <a:t>àm </a:t>
            </a:r>
            <a:r>
              <a:rPr lang="vi-VN" sz="2400" b="1">
                <a:latin typeface="Segoe UI" panose="020B0502040204020203" pitchFamily="34" charset="0"/>
                <a:cs typeface="Segoe UI" panose="020B0502040204020203" pitchFamily="34" charset="0"/>
              </a:rPr>
              <a:t>createAccount</a:t>
            </a:r>
            <a:r>
              <a:rPr lang="vi-VN" sz="2400">
                <a:latin typeface="Segoe UI" panose="020B0502040204020203" pitchFamily="34" charset="0"/>
                <a:cs typeface="Segoe UI" panose="020B0502040204020203" pitchFamily="34" charset="0"/>
              </a:rPr>
              <a:t> trong class </a:t>
            </a:r>
            <a:r>
              <a:rPr lang="vi-VN" sz="2400" b="1">
                <a:latin typeface="Segoe UI" panose="020B0502040204020203" pitchFamily="34" charset="0"/>
                <a:cs typeface="Segoe UI" panose="020B0502040204020203" pitchFamily="34" charset="0"/>
              </a:rPr>
              <a:t>DatabaseHelper</a:t>
            </a:r>
            <a:r>
              <a:rPr lang="vi-VN" sz="2400">
                <a:latin typeface="Segoe UI" panose="020B0502040204020203" pitchFamily="34" charset="0"/>
                <a:cs typeface="Segoe UI" panose="020B0502040204020203" pitchFamily="34" charset="0"/>
              </a:rPr>
              <a:t> dùng để tạo 1 tài khoản và lưu vào local</a:t>
            </a:r>
            <a:r>
              <a:rPr lang="en-US" sz="2400">
                <a:latin typeface="Segoe UI" panose="020B0502040204020203" pitchFamily="34" charset="0"/>
                <a:cs typeface="Segoe UI" panose="020B0502040204020203" pitchFamily="34" charset="0"/>
              </a:rPr>
              <a:t>.</a:t>
            </a:r>
            <a:r>
              <a:rPr lang="vi-VN" sz="2400">
                <a:latin typeface="Segoe UI" panose="020B0502040204020203" pitchFamily="34" charset="0"/>
                <a:cs typeface="Segoe UI" panose="020B0502040204020203" pitchFamily="34" charset="0"/>
              </a:rPr>
              <a:t> </a:t>
            </a:r>
            <a:endParaRPr lang="en-US" sz="2400">
              <a:latin typeface="Segoe UI" panose="020B0502040204020203" pitchFamily="34" charset="0"/>
              <a:cs typeface="Segoe UI" panose="020B0502040204020203" pitchFamily="34" charset="0"/>
            </a:endParaRPr>
          </a:p>
          <a:p>
            <a:pPr marL="285750" indent="-285750"/>
            <a:r>
              <a:rPr lang="en-US" sz="2400">
                <a:latin typeface="Segoe UI" panose="020B0502040204020203" pitchFamily="34" charset="0"/>
                <a:cs typeface="Segoe UI" panose="020B0502040204020203" pitchFamily="34" charset="0"/>
              </a:rPr>
              <a:t>H</a:t>
            </a:r>
            <a:r>
              <a:rPr lang="vi-VN" sz="2400">
                <a:latin typeface="Segoe UI" panose="020B0502040204020203" pitchFamily="34" charset="0"/>
                <a:cs typeface="Segoe UI" panose="020B0502040204020203" pitchFamily="34" charset="0"/>
              </a:rPr>
              <a:t>àm này lưu </a:t>
            </a:r>
            <a:r>
              <a:rPr lang="en-US" sz="2400" err="1">
                <a:latin typeface="Segoe UI" panose="020B0502040204020203" pitchFamily="34" charset="0"/>
                <a:cs typeface="Segoe UI" panose="020B0502040204020203" pitchFamily="34" charset="0"/>
              </a:rPr>
              <a:t>thẳng</a:t>
            </a:r>
            <a:r>
              <a:rPr lang="en-US" sz="2400">
                <a:latin typeface="Segoe UI" panose="020B0502040204020203" pitchFamily="34" charset="0"/>
                <a:cs typeface="Segoe UI" panose="020B0502040204020203" pitchFamily="34" charset="0"/>
              </a:rPr>
              <a:t> </a:t>
            </a:r>
            <a:r>
              <a:rPr lang="vi-VN" sz="2400" b="1">
                <a:latin typeface="Segoe UI" panose="020B0502040204020203" pitchFamily="34" charset="0"/>
                <a:cs typeface="Segoe UI" panose="020B0502040204020203" pitchFamily="34" charset="0"/>
              </a:rPr>
              <a:t>plaintext</a:t>
            </a:r>
            <a:r>
              <a:rPr lang="vi-VN" sz="2400">
                <a:latin typeface="Segoe UI" panose="020B0502040204020203" pitchFamily="34" charset="0"/>
                <a:cs typeface="Segoe UI" panose="020B0502040204020203" pitchFamily="34" charset="0"/>
              </a:rPr>
              <a:t> vào c</a:t>
            </a:r>
            <a:r>
              <a:rPr lang="en-US" sz="2400">
                <a:latin typeface="Segoe UI" panose="020B0502040204020203" pitchFamily="34" charset="0"/>
                <a:cs typeface="Segoe UI" panose="020B0502040204020203" pitchFamily="34" charset="0"/>
              </a:rPr>
              <a:t>ơ </a:t>
            </a:r>
            <a:r>
              <a:rPr lang="en-US" sz="2400" err="1">
                <a:latin typeface="Segoe UI" panose="020B0502040204020203" pitchFamily="34" charset="0"/>
                <a:cs typeface="Segoe UI" panose="020B0502040204020203" pitchFamily="34" charset="0"/>
              </a:rPr>
              <a:t>sở</a:t>
            </a:r>
            <a:r>
              <a:rPr lang="en-US" sz="2400">
                <a:latin typeface="Segoe UI" panose="020B0502040204020203" pitchFamily="34" charset="0"/>
                <a:cs typeface="Segoe UI" panose="020B0502040204020203" pitchFamily="34" charset="0"/>
              </a:rPr>
              <a:t> </a:t>
            </a:r>
            <a:r>
              <a:rPr lang="en-US" sz="2400" err="1">
                <a:latin typeface="Segoe UI" panose="020B0502040204020203" pitchFamily="34" charset="0"/>
                <a:cs typeface="Segoe UI" panose="020B0502040204020203" pitchFamily="34" charset="0"/>
              </a:rPr>
              <a:t>dữ</a:t>
            </a:r>
            <a:r>
              <a:rPr lang="en-US" sz="2400">
                <a:latin typeface="Segoe UI" panose="020B0502040204020203" pitchFamily="34" charset="0"/>
                <a:cs typeface="Segoe UI" panose="020B0502040204020203" pitchFamily="34" charset="0"/>
              </a:rPr>
              <a:t> </a:t>
            </a:r>
            <a:r>
              <a:rPr lang="en-US" sz="2400" err="1">
                <a:latin typeface="Segoe UI" panose="020B0502040204020203" pitchFamily="34" charset="0"/>
                <a:cs typeface="Segoe UI" panose="020B0502040204020203" pitchFamily="34" charset="0"/>
              </a:rPr>
              <a:t>liệu</a:t>
            </a:r>
            <a:r>
              <a:rPr lang="en-US" sz="2400">
                <a:latin typeface="Segoe UI" panose="020B0502040204020203" pitchFamily="34" charset="0"/>
                <a:cs typeface="Segoe UI" panose="020B0502040204020203" pitchFamily="34" charset="0"/>
              </a:rPr>
              <a:t> </a:t>
            </a:r>
            <a:r>
              <a:rPr lang="en-US" sz="2400" err="1">
                <a:latin typeface="Segoe UI" panose="020B0502040204020203" pitchFamily="34" charset="0"/>
                <a:cs typeface="Segoe UI" panose="020B0502040204020203" pitchFamily="34" charset="0"/>
              </a:rPr>
              <a:t>mà</a:t>
            </a:r>
            <a:r>
              <a:rPr lang="en-US" sz="2400">
                <a:latin typeface="Segoe UI" panose="020B0502040204020203" pitchFamily="34" charset="0"/>
                <a:cs typeface="Segoe UI" panose="020B0502040204020203" pitchFamily="34" charset="0"/>
              </a:rPr>
              <a:t> </a:t>
            </a:r>
            <a:r>
              <a:rPr lang="vi-VN" sz="2400">
                <a:latin typeface="Segoe UI" panose="020B0502040204020203" pitchFamily="34" charset="0"/>
                <a:cs typeface="Segoe UI" panose="020B0502040204020203" pitchFamily="34" charset="0"/>
              </a:rPr>
              <a:t>không thông qua phương thức mã hoá nào để bảo vệ tài khoản user.</a:t>
            </a:r>
            <a:endParaRPr lang="en-US" sz="24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F91CF0CA-B8A4-9E30-5EB2-6CFEBA5C013F}"/>
              </a:ext>
            </a:extLst>
          </p:cNvPr>
          <p:cNvSpPr>
            <a:spLocks noGrp="1"/>
          </p:cNvSpPr>
          <p:nvPr>
            <p:ph type="sldNum" sz="quarter" idx="12"/>
          </p:nvPr>
        </p:nvSpPr>
        <p:spPr/>
        <p:txBody>
          <a:bodyPr/>
          <a:lstStyle/>
          <a:p>
            <a:fld id="{CF8920F0-685D-4D8A-A9EF-3EE1A60245BD}" type="slidenum">
              <a:rPr lang="en-US" smtClean="0"/>
              <a:t>28</a:t>
            </a:fld>
            <a:endParaRPr lang="en-US"/>
          </a:p>
        </p:txBody>
      </p:sp>
      <p:sp>
        <p:nvSpPr>
          <p:cNvPr id="5" name="Google Shape;809;p48">
            <a:extLst>
              <a:ext uri="{FF2B5EF4-FFF2-40B4-BE49-F238E27FC236}">
                <a16:creationId xmlns:a16="http://schemas.microsoft.com/office/drawing/2014/main" id="{46558239-C95A-C61D-72DC-00740AF5FA6E}"/>
              </a:ext>
            </a:extLst>
          </p:cNvPr>
          <p:cNvSpPr txBox="1">
            <a:spLocks noGrp="1"/>
          </p:cNvSpPr>
          <p:nvPr>
            <p:ph type="title"/>
          </p:nvPr>
        </p:nvSpPr>
        <p:spPr>
          <a:xfrm>
            <a:off x="3386735" y="367052"/>
            <a:ext cx="2370529"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3923168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5162E195-D648-DAA5-F73C-D76FE65D77A7}"/>
            </a:ext>
          </a:extLst>
        </p:cNvPr>
        <p:cNvGrpSpPr/>
        <p:nvPr/>
      </p:nvGrpSpPr>
      <p:grpSpPr>
        <a:xfrm>
          <a:off x="0" y="0"/>
          <a:ext cx="0" cy="0"/>
          <a:chOff x="0" y="0"/>
          <a:chExt cx="0" cy="0"/>
        </a:xfrm>
      </p:grpSpPr>
      <p:pic>
        <p:nvPicPr>
          <p:cNvPr id="8194" name="Picture 2" descr="A computer screen shot of a program&#10;&#10;Description automatically generated">
            <a:extLst>
              <a:ext uri="{FF2B5EF4-FFF2-40B4-BE49-F238E27FC236}">
                <a16:creationId xmlns:a16="http://schemas.microsoft.com/office/drawing/2014/main" id="{FCD7E264-8FDB-B488-2AA0-BE58AF8CB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800" y="1222430"/>
            <a:ext cx="5240400" cy="353262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129A13A-F39A-9E97-3700-C52DB77991C6}"/>
              </a:ext>
            </a:extLst>
          </p:cNvPr>
          <p:cNvSpPr>
            <a:spLocks noGrp="1"/>
          </p:cNvSpPr>
          <p:nvPr>
            <p:ph type="sldNum" sz="quarter" idx="12"/>
          </p:nvPr>
        </p:nvSpPr>
        <p:spPr/>
        <p:txBody>
          <a:bodyPr/>
          <a:lstStyle/>
          <a:p>
            <a:fld id="{CF8920F0-685D-4D8A-A9EF-3EE1A60245BD}" type="slidenum">
              <a:rPr lang="en-US" smtClean="0"/>
              <a:t>29</a:t>
            </a:fld>
            <a:endParaRPr lang="en-US"/>
          </a:p>
        </p:txBody>
      </p:sp>
      <p:sp>
        <p:nvSpPr>
          <p:cNvPr id="8" name="Google Shape;809;p48">
            <a:extLst>
              <a:ext uri="{FF2B5EF4-FFF2-40B4-BE49-F238E27FC236}">
                <a16:creationId xmlns:a16="http://schemas.microsoft.com/office/drawing/2014/main" id="{58840B2A-3A30-BC1E-B9E3-0BDBF2D45561}"/>
              </a:ext>
            </a:extLst>
          </p:cNvPr>
          <p:cNvSpPr txBox="1">
            <a:spLocks noGrp="1"/>
          </p:cNvSpPr>
          <p:nvPr>
            <p:ph type="title"/>
          </p:nvPr>
        </p:nvSpPr>
        <p:spPr>
          <a:xfrm>
            <a:off x="3386735" y="367052"/>
            <a:ext cx="2370529"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3393558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DF7E662B-5F32-999B-1BAC-E89158B084DA}"/>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BF16A08-A7EC-A098-9DFD-29700B0EFFBF}"/>
              </a:ext>
            </a:extLst>
          </p:cNvPr>
          <p:cNvSpPr txBox="1">
            <a:spLocks noGrp="1"/>
          </p:cNvSpPr>
          <p:nvPr>
            <p:ph type="body" idx="1"/>
          </p:nvPr>
        </p:nvSpPr>
        <p:spPr>
          <a:xfrm>
            <a:off x="720000" y="1084520"/>
            <a:ext cx="7704000" cy="6479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1800">
                <a:latin typeface="Segoe UI" panose="020B0502040204020203" pitchFamily="34" charset="0"/>
                <a:cs typeface="Segoe UI" panose="020B0502040204020203" pitchFamily="34" charset="0"/>
              </a:rPr>
              <a:t>Dễ dàng xem được dữ liệu được lưu khi sử dụng </a:t>
            </a:r>
            <a:r>
              <a:rPr lang="it-IT" sz="1800" b="1">
                <a:latin typeface="Segoe UI" panose="020B0502040204020203" pitchFamily="34" charset="0"/>
                <a:cs typeface="Segoe UI" panose="020B0502040204020203" pitchFamily="34" charset="0"/>
              </a:rPr>
              <a:t>adb</a:t>
            </a:r>
            <a:r>
              <a:rPr lang="it-IT" sz="1800">
                <a:latin typeface="Segoe UI" panose="020B0502040204020203" pitchFamily="34" charset="0"/>
                <a:cs typeface="Segoe UI" panose="020B0502040204020203" pitchFamily="34" charset="0"/>
              </a:rPr>
              <a:t> để pull </a:t>
            </a:r>
            <a:r>
              <a:rPr lang="it-IT" sz="1800" b="1">
                <a:latin typeface="Segoe UI" panose="020B0502040204020203" pitchFamily="34" charset="0"/>
                <a:cs typeface="Segoe UI" panose="020B0502040204020203" pitchFamily="34" charset="0"/>
              </a:rPr>
              <a:t>file database </a:t>
            </a:r>
            <a:r>
              <a:rPr lang="it-IT" sz="1800">
                <a:latin typeface="Segoe UI" panose="020B0502040204020203" pitchFamily="34" charset="0"/>
                <a:cs typeface="Segoe UI" panose="020B0502040204020203" pitchFamily="34" charset="0"/>
              </a:rPr>
              <a:t>về máy.</a:t>
            </a: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pic>
        <p:nvPicPr>
          <p:cNvPr id="14338" name="Picture 2">
            <a:extLst>
              <a:ext uri="{FF2B5EF4-FFF2-40B4-BE49-F238E27FC236}">
                <a16:creationId xmlns:a16="http://schemas.microsoft.com/office/drawing/2014/main" id="{A0EB6DEC-1EF6-BF1F-1836-E8363248C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786015"/>
            <a:ext cx="7704000" cy="55773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2867DFE-60EA-359B-2D8E-5D09241E881F}"/>
              </a:ext>
            </a:extLst>
          </p:cNvPr>
          <p:cNvSpPr>
            <a:spLocks noGrp="1"/>
          </p:cNvSpPr>
          <p:nvPr>
            <p:ph type="sldNum" sz="quarter" idx="12"/>
          </p:nvPr>
        </p:nvSpPr>
        <p:spPr/>
        <p:txBody>
          <a:bodyPr/>
          <a:lstStyle/>
          <a:p>
            <a:fld id="{CF8920F0-685D-4D8A-A9EF-3EE1A60245BD}" type="slidenum">
              <a:rPr lang="en-US" smtClean="0"/>
              <a:t>30</a:t>
            </a:fld>
            <a:endParaRPr lang="en-US"/>
          </a:p>
        </p:txBody>
      </p:sp>
      <p:pic>
        <p:nvPicPr>
          <p:cNvPr id="6" name="Picture 5" descr="A screenshot of a computer&#10;&#10;Description automatically generated">
            <a:extLst>
              <a:ext uri="{FF2B5EF4-FFF2-40B4-BE49-F238E27FC236}">
                <a16:creationId xmlns:a16="http://schemas.microsoft.com/office/drawing/2014/main" id="{DFBA507B-CDED-A2C9-5F51-AA781F6DB4CC}"/>
              </a:ext>
            </a:extLst>
          </p:cNvPr>
          <p:cNvPicPr>
            <a:picLocks noChangeAspect="1"/>
          </p:cNvPicPr>
          <p:nvPr/>
        </p:nvPicPr>
        <p:blipFill rotWithShape="1">
          <a:blip r:embed="rId4"/>
          <a:srcRect b="54934"/>
          <a:stretch/>
        </p:blipFill>
        <p:spPr bwMode="auto">
          <a:xfrm>
            <a:off x="720000" y="2410116"/>
            <a:ext cx="7704000" cy="2210823"/>
          </a:xfrm>
          <a:prstGeom prst="rect">
            <a:avLst/>
          </a:prstGeom>
          <a:ln>
            <a:solidFill>
              <a:schemeClr val="tx1"/>
            </a:solidFill>
          </a:ln>
          <a:extLst>
            <a:ext uri="{53640926-AAD7-44D8-BBD7-CCE9431645EC}">
              <a14:shadowObscured xmlns:a14="http://schemas.microsoft.com/office/drawing/2010/main"/>
            </a:ext>
          </a:extLst>
        </p:spPr>
      </p:pic>
      <p:sp>
        <p:nvSpPr>
          <p:cNvPr id="9" name="Google Shape;809;p48">
            <a:extLst>
              <a:ext uri="{FF2B5EF4-FFF2-40B4-BE49-F238E27FC236}">
                <a16:creationId xmlns:a16="http://schemas.microsoft.com/office/drawing/2014/main" id="{267522AF-E1BB-E083-892C-9793EC1E757F}"/>
              </a:ext>
            </a:extLst>
          </p:cNvPr>
          <p:cNvSpPr txBox="1">
            <a:spLocks noGrp="1"/>
          </p:cNvSpPr>
          <p:nvPr>
            <p:ph type="title"/>
          </p:nvPr>
        </p:nvSpPr>
        <p:spPr>
          <a:xfrm>
            <a:off x="3386735" y="367052"/>
            <a:ext cx="2370529"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4762180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EB90E5F-C1D2-D1CC-DDA8-BD0636169FD8}"/>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CC4D2A0-7766-2599-BBA0-3CE853BEDB77}"/>
              </a:ext>
            </a:extLst>
          </p:cNvPr>
          <p:cNvSpPr txBox="1">
            <a:spLocks noGrp="1"/>
          </p:cNvSpPr>
          <p:nvPr>
            <p:ph type="body" idx="1"/>
          </p:nvPr>
        </p:nvSpPr>
        <p:spPr>
          <a:xfrm>
            <a:off x="720000" y="1203199"/>
            <a:ext cx="7704000" cy="8114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dụng thuật toán </a:t>
            </a:r>
            <a:r>
              <a:rPr lang="vi-VN" sz="1800" b="1">
                <a:latin typeface="Segoe UI" panose="020B0502040204020203" pitchFamily="34" charset="0"/>
                <a:cs typeface="Segoe UI" panose="020B0502040204020203" pitchFamily="34" charset="0"/>
              </a:rPr>
              <a:t>Bcrypt</a:t>
            </a:r>
            <a:r>
              <a:rPr lang="vi-VN" sz="1800">
                <a:latin typeface="Segoe UI" panose="020B0502040204020203" pitchFamily="34" charset="0"/>
                <a:cs typeface="Segoe UI" panose="020B0502040204020203" pitchFamily="34" charset="0"/>
              </a:rPr>
              <a:t> được </a:t>
            </a:r>
            <a:r>
              <a:rPr lang="vi-VN" sz="1800" b="1">
                <a:latin typeface="Segoe UI" panose="020B0502040204020203" pitchFamily="34" charset="0"/>
                <a:cs typeface="Segoe UI" panose="020B0502040204020203" pitchFamily="34" charset="0"/>
              </a:rPr>
              <a:t>cải tiến với SHA512 </a:t>
            </a:r>
            <a:r>
              <a:rPr lang="vi-VN" sz="1800">
                <a:latin typeface="Segoe UI" panose="020B0502040204020203" pitchFamily="34" charset="0"/>
                <a:cs typeface="Segoe UI" panose="020B0502040204020203" pitchFamily="34" charset="0"/>
              </a:rPr>
              <a:t>và lưu được mật khẩu </a:t>
            </a:r>
            <a:r>
              <a:rPr lang="vi-VN" sz="1800" b="1">
                <a:latin typeface="Segoe UI" panose="020B0502040204020203" pitchFamily="34" charset="0"/>
                <a:cs typeface="Segoe UI" panose="020B0502040204020203" pitchFamily="34" charset="0"/>
              </a:rPr>
              <a:t>dài hơn 72 byte </a:t>
            </a:r>
            <a:r>
              <a:rPr lang="vi-VN" sz="1800">
                <a:latin typeface="Segoe UI" panose="020B0502040204020203" pitchFamily="34" charset="0"/>
                <a:cs typeface="Segoe UI" panose="020B0502040204020203" pitchFamily="34" charset="0"/>
              </a:rPr>
              <a:t>so với Bcrypt truyền thống. </a:t>
            </a:r>
            <a:endParaRPr lang="en-US" sz="18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6D4C10A7-D527-01BA-FDF8-57BF980F03D8}"/>
              </a:ext>
            </a:extLst>
          </p:cNvPr>
          <p:cNvSpPr>
            <a:spLocks noGrp="1"/>
          </p:cNvSpPr>
          <p:nvPr>
            <p:ph type="sldNum" sz="quarter" idx="12"/>
          </p:nvPr>
        </p:nvSpPr>
        <p:spPr/>
        <p:txBody>
          <a:bodyPr/>
          <a:lstStyle/>
          <a:p>
            <a:fld id="{CF8920F0-685D-4D8A-A9EF-3EE1A60245BD}" type="slidenum">
              <a:rPr lang="en-US" smtClean="0"/>
              <a:t>31</a:t>
            </a:fld>
            <a:endParaRPr lang="en-US"/>
          </a:p>
        </p:txBody>
      </p:sp>
      <p:sp>
        <p:nvSpPr>
          <p:cNvPr id="8" name="Google Shape;809;p48">
            <a:extLst>
              <a:ext uri="{FF2B5EF4-FFF2-40B4-BE49-F238E27FC236}">
                <a16:creationId xmlns:a16="http://schemas.microsoft.com/office/drawing/2014/main" id="{3FE03CDE-DBC5-509F-B7E3-E0904112A972}"/>
              </a:ext>
            </a:extLst>
          </p:cNvPr>
          <p:cNvSpPr txBox="1">
            <a:spLocks noGrp="1"/>
          </p:cNvSpPr>
          <p:nvPr>
            <p:ph type="title"/>
          </p:nvPr>
        </p:nvSpPr>
        <p:spPr>
          <a:xfrm>
            <a:off x="3578874" y="317433"/>
            <a:ext cx="198625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55A5C90C-2D0F-30BF-1478-51C5D149AFFE}"/>
              </a:ext>
            </a:extLst>
          </p:cNvPr>
          <p:cNvPicPr>
            <a:picLocks noChangeAspect="1"/>
          </p:cNvPicPr>
          <p:nvPr/>
        </p:nvPicPr>
        <p:blipFill>
          <a:blip r:embed="rId3"/>
          <a:stretch>
            <a:fillRect/>
          </a:stretch>
        </p:blipFill>
        <p:spPr>
          <a:xfrm>
            <a:off x="604434" y="2109904"/>
            <a:ext cx="8082366" cy="1348838"/>
          </a:xfrm>
          <a:prstGeom prst="rect">
            <a:avLst/>
          </a:prstGeom>
        </p:spPr>
      </p:pic>
    </p:spTree>
    <p:extLst>
      <p:ext uri="{BB962C8B-B14F-4D97-AF65-F5344CB8AC3E}">
        <p14:creationId xmlns:p14="http://schemas.microsoft.com/office/powerpoint/2010/main" val="34848188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26706A5D-D302-8F91-D9A5-B59955C1E7DB}"/>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BE145DB-7997-44D3-6FE4-207E6B62E858}"/>
              </a:ext>
            </a:extLst>
          </p:cNvPr>
          <p:cNvSpPr txBox="1">
            <a:spLocks noGrp="1"/>
          </p:cNvSpPr>
          <p:nvPr>
            <p:ph type="body" idx="1"/>
          </p:nvPr>
        </p:nvSpPr>
        <p:spPr>
          <a:xfrm>
            <a:off x="415200" y="1190760"/>
            <a:ext cx="8544502" cy="6702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latin typeface="Segoe UI" panose="020B0502040204020203" pitchFamily="34" charset="0"/>
                <a:cs typeface="Segoe UI" panose="020B0502040204020203" pitchFamily="34" charset="0"/>
              </a:rPr>
              <a:t>Password </a:t>
            </a:r>
            <a:r>
              <a:rPr lang="vi-VN" sz="1800" dirty="0">
                <a:latin typeface="Segoe UI" panose="020B0502040204020203" pitchFamily="34" charset="0"/>
                <a:cs typeface="Segoe UI" panose="020B0502040204020203" pitchFamily="34" charset="0"/>
              </a:rPr>
              <a:t>sẽ được mã hoá và lưu vào </a:t>
            </a:r>
            <a:r>
              <a:rPr lang="en-US" sz="1800" dirty="0" err="1">
                <a:latin typeface="Segoe UI" panose="020B0502040204020203" pitchFamily="34" charset="0"/>
                <a:cs typeface="Segoe UI" panose="020B0502040204020203" pitchFamily="34" charset="0"/>
              </a:rPr>
              <a:t>cơ</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sở</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dữ</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liệu</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mỗi</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khi</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tạo</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một</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tài</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khoản</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mới</a:t>
            </a:r>
            <a:r>
              <a:rPr lang="en-US" sz="1800" dirty="0">
                <a:latin typeface="Segoe UI" panose="020B0502040204020203" pitchFamily="34" charset="0"/>
                <a:cs typeface="Segoe UI" panose="020B0502040204020203" pitchFamily="34" charset="0"/>
              </a:rPr>
              <a:t>.</a:t>
            </a:r>
          </a:p>
        </p:txBody>
      </p:sp>
      <p:sp>
        <p:nvSpPr>
          <p:cNvPr id="3" name="Slide Number Placeholder 2">
            <a:extLst>
              <a:ext uri="{FF2B5EF4-FFF2-40B4-BE49-F238E27FC236}">
                <a16:creationId xmlns:a16="http://schemas.microsoft.com/office/drawing/2014/main" id="{D8815FA1-AA46-E7D3-220E-A3D4E515FEBB}"/>
              </a:ext>
            </a:extLst>
          </p:cNvPr>
          <p:cNvSpPr>
            <a:spLocks noGrp="1"/>
          </p:cNvSpPr>
          <p:nvPr>
            <p:ph type="sldNum" sz="quarter" idx="12"/>
          </p:nvPr>
        </p:nvSpPr>
        <p:spPr/>
        <p:txBody>
          <a:bodyPr/>
          <a:lstStyle/>
          <a:p>
            <a:fld id="{CF8920F0-685D-4D8A-A9EF-3EE1A60245BD}" type="slidenum">
              <a:rPr lang="en-US" smtClean="0"/>
              <a:t>32</a:t>
            </a:fld>
            <a:endParaRPr lang="en-US"/>
          </a:p>
        </p:txBody>
      </p:sp>
      <p:sp>
        <p:nvSpPr>
          <p:cNvPr id="8" name="Google Shape;809;p48">
            <a:extLst>
              <a:ext uri="{FF2B5EF4-FFF2-40B4-BE49-F238E27FC236}">
                <a16:creationId xmlns:a16="http://schemas.microsoft.com/office/drawing/2014/main" id="{3D96EC03-153F-50D6-E8EB-B72DF3BC77E2}"/>
              </a:ext>
            </a:extLst>
          </p:cNvPr>
          <p:cNvSpPr txBox="1">
            <a:spLocks noGrp="1"/>
          </p:cNvSpPr>
          <p:nvPr>
            <p:ph type="title"/>
          </p:nvPr>
        </p:nvSpPr>
        <p:spPr>
          <a:xfrm>
            <a:off x="3578874" y="317433"/>
            <a:ext cx="198625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167EC1B7-776C-86D0-5F82-91FBD6957473}"/>
              </a:ext>
            </a:extLst>
          </p:cNvPr>
          <p:cNvPicPr>
            <a:picLocks noChangeAspect="1"/>
          </p:cNvPicPr>
          <p:nvPr/>
        </p:nvPicPr>
        <p:blipFill>
          <a:blip r:embed="rId3"/>
          <a:stretch>
            <a:fillRect/>
          </a:stretch>
        </p:blipFill>
        <p:spPr>
          <a:xfrm>
            <a:off x="563028" y="1704814"/>
            <a:ext cx="8096851" cy="2144945"/>
          </a:xfrm>
          <a:prstGeom prst="rect">
            <a:avLst/>
          </a:prstGeom>
          <a:ln>
            <a:solidFill>
              <a:schemeClr val="tx1"/>
            </a:solidFill>
          </a:ln>
        </p:spPr>
      </p:pic>
    </p:spTree>
    <p:extLst>
      <p:ext uri="{BB962C8B-B14F-4D97-AF65-F5344CB8AC3E}">
        <p14:creationId xmlns:p14="http://schemas.microsoft.com/office/powerpoint/2010/main" val="25518824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4F8DC35E-D5A1-F75A-4AA4-D6EB50DEF56E}"/>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27E75F2B-F55F-E6CD-C0EC-DA8F56BC57D9}"/>
              </a:ext>
            </a:extLst>
          </p:cNvPr>
          <p:cNvSpPr txBox="1">
            <a:spLocks noGrp="1"/>
          </p:cNvSpPr>
          <p:nvPr>
            <p:ph type="body" idx="1"/>
          </p:nvPr>
        </p:nvSpPr>
        <p:spPr>
          <a:xfrm>
            <a:off x="720000" y="1203199"/>
            <a:ext cx="7704000" cy="2484881"/>
          </a:xfrm>
          <a:prstGeom prst="rect">
            <a:avLst/>
          </a:prstGeom>
        </p:spPr>
        <p:txBody>
          <a:bodyPr spcFirstLastPara="1" wrap="square" lIns="91425" tIns="91425" rIns="91425" bIns="91425" anchor="t" anchorCtr="0">
            <a:noAutofit/>
          </a:bodyPr>
          <a:lstStyle/>
          <a:p>
            <a:pPr marL="285750" indent="-285750"/>
            <a:r>
              <a:rPr lang="vi-VN" sz="2000" b="1">
                <a:latin typeface="Segoe UI" panose="020B0502040204020203" pitchFamily="34" charset="0"/>
                <a:cs typeface="Segoe UI" panose="020B0502040204020203" pitchFamily="34" charset="0"/>
              </a:rPr>
              <a:t>Bảo vệ dữ liệu khi bị tấn công</a:t>
            </a:r>
            <a:r>
              <a:rPr lang="en-US" sz="2000" b="1">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do các mật khẩu đã được hash. </a:t>
            </a:r>
          </a:p>
          <a:p>
            <a:pPr marL="285750" indent="-285750"/>
            <a:r>
              <a:rPr lang="vi-VN" sz="2000" b="1">
                <a:latin typeface="Segoe UI" panose="020B0502040204020203" pitchFamily="34" charset="0"/>
                <a:cs typeface="Segoe UI" panose="020B0502040204020203" pitchFamily="34" charset="0"/>
              </a:rPr>
              <a:t>Kháng tấn công brute force</a:t>
            </a:r>
            <a:r>
              <a:rPr lang="en-US" sz="2000" b="1">
                <a:latin typeface="Segoe UI" panose="020B0502040204020203" pitchFamily="34" charset="0"/>
                <a:cs typeface="Segoe UI" panose="020B0502040204020203" pitchFamily="34" charset="0"/>
              </a:rPr>
              <a:t> </a:t>
            </a:r>
            <a:r>
              <a:rPr lang="en-US" sz="2000">
                <a:latin typeface="Segoe UI" panose="020B0502040204020203" pitchFamily="34" charset="0"/>
                <a:cs typeface="Segoe UI" panose="020B0502040204020203" pitchFamily="34" charset="0"/>
              </a:rPr>
              <a:t>với c</a:t>
            </a:r>
            <a:r>
              <a:rPr lang="vi-VN" sz="2000">
                <a:latin typeface="Segoe UI" panose="020B0502040204020203" pitchFamily="34" charset="0"/>
                <a:cs typeface="Segoe UI" panose="020B0502040204020203" pitchFamily="34" charset="0"/>
              </a:rPr>
              <a:t>ác thuật toán như Bcrypt được thiết kế</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giảm</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tốc</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độ</a:t>
            </a:r>
            <a:r>
              <a:rPr lang="vi-VN" sz="2000">
                <a:latin typeface="Segoe UI" panose="020B0502040204020203" pitchFamily="34" charset="0"/>
                <a:cs typeface="Segoe UI" panose="020B0502040204020203" pitchFamily="34" charset="0"/>
              </a:rPr>
              <a:t>. </a:t>
            </a:r>
          </a:p>
          <a:p>
            <a:pPr marL="285750" indent="-285750"/>
            <a:r>
              <a:rPr lang="vi-VN" sz="2000" b="1">
                <a:latin typeface="Segoe UI" panose="020B0502040204020203" pitchFamily="34" charset="0"/>
                <a:cs typeface="Segoe UI" panose="020B0502040204020203" pitchFamily="34" charset="0"/>
              </a:rPr>
              <a:t>Tính an toàn trước rò rỉ</a:t>
            </a:r>
            <a:r>
              <a:rPr lang="en-US" sz="2000" b="1">
                <a:latin typeface="Segoe UI" panose="020B0502040204020203" pitchFamily="34" charset="0"/>
                <a:cs typeface="Segoe UI" panose="020B0502040204020203" pitchFamily="34" charset="0"/>
              </a:rPr>
              <a:t> </a:t>
            </a:r>
            <a:r>
              <a:rPr lang="en-US" sz="2000">
                <a:latin typeface="Segoe UI" panose="020B0502040204020203" pitchFamily="34" charset="0"/>
                <a:cs typeface="Segoe UI" panose="020B0502040204020203" pitchFamily="34" charset="0"/>
              </a:rPr>
              <a:t>do h</a:t>
            </a:r>
            <a:r>
              <a:rPr lang="vi-VN" sz="2000">
                <a:latin typeface="Segoe UI" panose="020B0502040204020203" pitchFamily="34" charset="0"/>
                <a:cs typeface="Segoe UI" panose="020B0502040204020203" pitchFamily="34" charset="0"/>
              </a:rPr>
              <a:t>ashing mật khẩu ngăn chặn khả năng sử dụng lại thông tin đăng nhập trên các hệ thống khác</a:t>
            </a:r>
            <a:r>
              <a:rPr lang="en-US" sz="2000">
                <a:latin typeface="Segoe UI" panose="020B0502040204020203" pitchFamily="34" charset="0"/>
                <a:cs typeface="Segoe UI" panose="020B0502040204020203" pitchFamily="34" charset="0"/>
              </a:rPr>
              <a:t>.</a:t>
            </a:r>
          </a:p>
          <a:p>
            <a:pPr marL="285750" indent="-285750"/>
            <a:r>
              <a:rPr lang="en-US" sz="2000" err="1">
                <a:latin typeface="Segoe UI" panose="020B0502040204020203" pitchFamily="34" charset="0"/>
                <a:cs typeface="Segoe UI" panose="020B0502040204020203" pitchFamily="34" charset="0"/>
              </a:rPr>
              <a:t>Áp</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dụng </a:t>
            </a:r>
            <a:r>
              <a:rPr lang="vi-VN" sz="2000" b="1">
                <a:latin typeface="Segoe UI" panose="020B0502040204020203" pitchFamily="34" charset="0"/>
                <a:cs typeface="Segoe UI" panose="020B0502040204020203" pitchFamily="34" charset="0"/>
              </a:rPr>
              <a:t>Bcrypt kết hợp SHA512 </a:t>
            </a:r>
            <a:r>
              <a:rPr lang="vi-VN" sz="2000">
                <a:latin typeface="Segoe UI" panose="020B0502040204020203" pitchFamily="34" charset="0"/>
                <a:cs typeface="Segoe UI" panose="020B0502040204020203" pitchFamily="34" charset="0"/>
              </a:rPr>
              <a:t>đảm bảo </a:t>
            </a:r>
            <a:r>
              <a:rPr lang="vi-VN" sz="2000" b="1">
                <a:latin typeface="Segoe UI" panose="020B0502040204020203" pitchFamily="34" charset="0"/>
                <a:cs typeface="Segoe UI" panose="020B0502040204020203" pitchFamily="34" charset="0"/>
              </a:rPr>
              <a:t>tính tương thích cao </a:t>
            </a:r>
            <a:r>
              <a:rPr lang="vi-VN" sz="2000">
                <a:latin typeface="Segoe UI" panose="020B0502040204020203" pitchFamily="34" charset="0"/>
                <a:cs typeface="Segoe UI" panose="020B0502040204020203" pitchFamily="34" charset="0"/>
              </a:rPr>
              <a:t>và </a:t>
            </a:r>
            <a:r>
              <a:rPr lang="vi-VN" sz="2000" b="1">
                <a:latin typeface="Segoe UI" panose="020B0502040204020203" pitchFamily="34" charset="0"/>
                <a:cs typeface="Segoe UI" panose="020B0502040204020203" pitchFamily="34" charset="0"/>
              </a:rPr>
              <a:t>khả năng xử lý tốt </a:t>
            </a:r>
            <a:r>
              <a:rPr lang="vi-VN" sz="2000">
                <a:latin typeface="Segoe UI" panose="020B0502040204020203" pitchFamily="34" charset="0"/>
                <a:cs typeface="Segoe UI" panose="020B0502040204020203" pitchFamily="34" charset="0"/>
              </a:rPr>
              <a:t>với các mật khẩu dài hơn 72 byte. </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1B0E5EDD-FCF5-0517-4DDC-FCE1D6A2B462}"/>
              </a:ext>
            </a:extLst>
          </p:cNvPr>
          <p:cNvSpPr>
            <a:spLocks noGrp="1"/>
          </p:cNvSpPr>
          <p:nvPr>
            <p:ph type="sldNum" sz="quarter" idx="12"/>
          </p:nvPr>
        </p:nvSpPr>
        <p:spPr/>
        <p:txBody>
          <a:bodyPr/>
          <a:lstStyle/>
          <a:p>
            <a:fld id="{CF8920F0-685D-4D8A-A9EF-3EE1A60245BD}" type="slidenum">
              <a:rPr lang="en-US" smtClean="0"/>
              <a:t>33</a:t>
            </a:fld>
            <a:endParaRPr lang="en-US"/>
          </a:p>
        </p:txBody>
      </p:sp>
      <p:sp>
        <p:nvSpPr>
          <p:cNvPr id="5" name="Google Shape;809;p48">
            <a:extLst>
              <a:ext uri="{FF2B5EF4-FFF2-40B4-BE49-F238E27FC236}">
                <a16:creationId xmlns:a16="http://schemas.microsoft.com/office/drawing/2014/main" id="{05DECDAE-8D5A-DEA9-7878-A3AC52D1D6C7}"/>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8160681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0E85310A-6158-DCE6-AF68-C893DC1894D2}"/>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3E0B585B-8B25-9851-8CBB-A513AD5DF604}"/>
              </a:ext>
            </a:extLst>
          </p:cNvPr>
          <p:cNvSpPr txBox="1">
            <a:spLocks noGrp="1"/>
          </p:cNvSpPr>
          <p:nvPr>
            <p:ph type="body" idx="1"/>
          </p:nvPr>
        </p:nvSpPr>
        <p:spPr>
          <a:xfrm>
            <a:off x="720000" y="1203200"/>
            <a:ext cx="7704000" cy="24097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a:latin typeface="Segoe UI" panose="020B0502040204020203" pitchFamily="34" charset="0"/>
              <a:cs typeface="Segoe UI" panose="020B0502040204020203" pitchFamily="34" charset="0"/>
            </a:endParaRPr>
          </a:p>
          <a:p>
            <a:pPr marL="342900" indent="-342900"/>
            <a:r>
              <a:rPr lang="en-US" sz="2000" err="1">
                <a:latin typeface="Segoe UI" panose="020B0502040204020203" pitchFamily="34" charset="0"/>
                <a:cs typeface="Segoe UI" panose="020B0502040204020203" pitchFamily="34" charset="0"/>
              </a:rPr>
              <a:t>Sử</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dụng thuật toán </a:t>
            </a:r>
            <a:r>
              <a:rPr lang="vi-VN" sz="2000" b="1">
                <a:latin typeface="Segoe UI" panose="020B0502040204020203" pitchFamily="34" charset="0"/>
                <a:cs typeface="Segoe UI" panose="020B0502040204020203" pitchFamily="34" charset="0"/>
              </a:rPr>
              <a:t>Bcrypt</a:t>
            </a:r>
            <a:r>
              <a:rPr lang="vi-VN" sz="2000">
                <a:latin typeface="Segoe UI" panose="020B0502040204020203" pitchFamily="34" charset="0"/>
                <a:cs typeface="Segoe UI" panose="020B0502040204020203" pitchFamily="34" charset="0"/>
              </a:rPr>
              <a:t> </a:t>
            </a:r>
            <a:r>
              <a:rPr lang="en-US" sz="2000" b="1" err="1">
                <a:latin typeface="Segoe UI" panose="020B0502040204020203" pitchFamily="34" charset="0"/>
                <a:cs typeface="Segoe UI" panose="020B0502040204020203" pitchFamily="34" charset="0"/>
              </a:rPr>
              <a:t>cải</a:t>
            </a:r>
            <a:r>
              <a:rPr lang="en-US" sz="2000" b="1">
                <a:latin typeface="Segoe UI" panose="020B0502040204020203" pitchFamily="34" charset="0"/>
                <a:cs typeface="Segoe UI" panose="020B0502040204020203" pitchFamily="34" charset="0"/>
              </a:rPr>
              <a:t> </a:t>
            </a:r>
            <a:r>
              <a:rPr lang="en-US" sz="2000" b="1" err="1">
                <a:latin typeface="Segoe UI" panose="020B0502040204020203" pitchFamily="34" charset="0"/>
                <a:cs typeface="Segoe UI" panose="020B0502040204020203" pitchFamily="34" charset="0"/>
              </a:rPr>
              <a:t>tiến</a:t>
            </a:r>
            <a:r>
              <a:rPr lang="en-US" sz="2000" b="1">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trong ứng dụng cải thiện đáng kể tính bảo mật, bảo vệ người dùng khỏi nguy cơ bị đánh cắp mật khẩu. </a:t>
            </a:r>
          </a:p>
          <a:p>
            <a:pPr marL="342900" indent="-342900"/>
            <a:r>
              <a:rPr lang="en-US" sz="2000" err="1">
                <a:latin typeface="Segoe UI" panose="020B0502040204020203" pitchFamily="34" charset="0"/>
                <a:cs typeface="Segoe UI" panose="020B0502040204020203" pitchFamily="34" charset="0"/>
              </a:rPr>
              <a:t>Cần</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ưu tiên bảo vệ dữ liệu nhạy cảm bằng cách sử dụng các giải pháp mã hóa mạnh mẽ, đặc biệt đối với </a:t>
            </a:r>
            <a:r>
              <a:rPr lang="en-US" sz="2000" err="1">
                <a:latin typeface="Segoe UI" panose="020B0502040204020203" pitchFamily="34" charset="0"/>
                <a:cs typeface="Segoe UI" panose="020B0502040204020203" pitchFamily="34" charset="0"/>
              </a:rPr>
              <a:t>các</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thông tin</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nhạy</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cảm</a:t>
            </a:r>
            <a:r>
              <a:rPr lang="vi-VN" sz="2000">
                <a:latin typeface="Segoe UI" panose="020B0502040204020203" pitchFamily="34" charset="0"/>
                <a:cs typeface="Segoe UI" panose="020B0502040204020203" pitchFamily="34" charset="0"/>
              </a:rPr>
              <a:t>. </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B1CF3304-B299-06EA-705B-11C6EE4E7922}"/>
              </a:ext>
            </a:extLst>
          </p:cNvPr>
          <p:cNvSpPr>
            <a:spLocks noGrp="1"/>
          </p:cNvSpPr>
          <p:nvPr>
            <p:ph type="sldNum" sz="quarter" idx="12"/>
          </p:nvPr>
        </p:nvSpPr>
        <p:spPr/>
        <p:txBody>
          <a:bodyPr/>
          <a:lstStyle/>
          <a:p>
            <a:fld id="{CF8920F0-685D-4D8A-A9EF-3EE1A60245BD}" type="slidenum">
              <a:rPr lang="en-US" smtClean="0"/>
              <a:t>34</a:t>
            </a:fld>
            <a:endParaRPr lang="en-US"/>
          </a:p>
        </p:txBody>
      </p:sp>
      <p:sp>
        <p:nvSpPr>
          <p:cNvPr id="5" name="Google Shape;809;p48">
            <a:extLst>
              <a:ext uri="{FF2B5EF4-FFF2-40B4-BE49-F238E27FC236}">
                <a16:creationId xmlns:a16="http://schemas.microsoft.com/office/drawing/2014/main" id="{54B745FE-AD3F-AEEA-2E2D-302A2E75CAB3}"/>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8241181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185975C5-DD53-A613-EAD7-E33D291BDB36}"/>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EAB26008-3BDC-508C-CB3E-64909A4AE97F}"/>
              </a:ext>
            </a:extLst>
          </p:cNvPr>
          <p:cNvSpPr txBox="1">
            <a:spLocks noGrp="1"/>
          </p:cNvSpPr>
          <p:nvPr>
            <p:ph type="title"/>
          </p:nvPr>
        </p:nvSpPr>
        <p:spPr>
          <a:xfrm>
            <a:off x="404014" y="2173962"/>
            <a:ext cx="4605704" cy="134239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INSECURE COMMUNICATION </a:t>
            </a:r>
            <a:br>
              <a:rPr lang="en-US" sz="2400" dirty="0">
                <a:latin typeface="Segoe UI" panose="020B0502040204020203" pitchFamily="34" charset="0"/>
                <a:cs typeface="Segoe UI" panose="020B0502040204020203" pitchFamily="34" charset="0"/>
              </a:rPr>
            </a:br>
            <a:r>
              <a:rPr lang="en-US" sz="2400" dirty="0">
                <a:latin typeface="Segoe UI" panose="020B0502040204020203" pitchFamily="34" charset="0"/>
                <a:cs typeface="Segoe UI" panose="020B0502040204020203" pitchFamily="34" charset="0"/>
              </a:rPr>
              <a:t>(GIAO TIẾP KHÔNG AN TOÀN)</a:t>
            </a:r>
          </a:p>
        </p:txBody>
      </p:sp>
      <p:sp>
        <p:nvSpPr>
          <p:cNvPr id="231" name="Google Shape;231;p30">
            <a:extLst>
              <a:ext uri="{FF2B5EF4-FFF2-40B4-BE49-F238E27FC236}">
                <a16:creationId xmlns:a16="http://schemas.microsoft.com/office/drawing/2014/main" id="{DBFB7C3C-1CE9-8F0B-0349-2E71E06A7EBF}"/>
              </a:ext>
            </a:extLst>
          </p:cNvPr>
          <p:cNvSpPr txBox="1">
            <a:spLocks noGrp="1"/>
          </p:cNvSpPr>
          <p:nvPr>
            <p:ph type="title" idx="2"/>
          </p:nvPr>
        </p:nvSpPr>
        <p:spPr>
          <a:xfrm>
            <a:off x="451319" y="1422849"/>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M-3</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DF1BFE58-84D4-0247-60AD-06AA6FCF24F6}"/>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2C1F534D-73D6-B788-3A47-76B81A36FD15}"/>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99C0D424-1105-A273-47B6-E01537AA1C49}"/>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5CEF86D4-263B-0C91-2D71-B0F1E4438B17}"/>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4C78A8C9-E01C-C046-5667-302D52412B88}"/>
              </a:ext>
            </a:extLst>
          </p:cNvPr>
          <p:cNvSpPr>
            <a:spLocks noGrp="1"/>
          </p:cNvSpPr>
          <p:nvPr>
            <p:ph type="sldNum" sz="quarter" idx="12"/>
          </p:nvPr>
        </p:nvSpPr>
        <p:spPr/>
        <p:txBody>
          <a:bodyPr/>
          <a:lstStyle/>
          <a:p>
            <a:fld id="{CF8920F0-685D-4D8A-A9EF-3EE1A60245BD}" type="slidenum">
              <a:rPr lang="en-US" smtClean="0"/>
              <a:t>35</a:t>
            </a:fld>
            <a:endParaRPr lang="en-US"/>
          </a:p>
        </p:txBody>
      </p:sp>
      <p:pic>
        <p:nvPicPr>
          <p:cNvPr id="5" name="Picture 4">
            <a:extLst>
              <a:ext uri="{FF2B5EF4-FFF2-40B4-BE49-F238E27FC236}">
                <a16:creationId xmlns:a16="http://schemas.microsoft.com/office/drawing/2014/main" id="{7F033BB4-2F4E-CAB3-F5E8-B7A10AFD110D}"/>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17661527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99FA78E2-A7D5-50C6-C578-E7E186AFA448}"/>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5AB4A7A1-8FBC-42AF-B036-6B877E3411C0}"/>
              </a:ext>
            </a:extLst>
          </p:cNvPr>
          <p:cNvSpPr txBox="1">
            <a:spLocks noGrp="1"/>
          </p:cNvSpPr>
          <p:nvPr>
            <p:ph type="body" idx="1"/>
          </p:nvPr>
        </p:nvSpPr>
        <p:spPr>
          <a:xfrm>
            <a:off x="720000" y="1203200"/>
            <a:ext cx="7704000" cy="2573346"/>
          </a:xfrm>
          <a:prstGeom prst="rect">
            <a:avLst/>
          </a:prstGeom>
        </p:spPr>
        <p:txBody>
          <a:bodyPr spcFirstLastPara="1" wrap="square" lIns="91425" tIns="91425" rIns="91425" bIns="91425" anchor="t" anchorCtr="0">
            <a:noAutofit/>
          </a:bodyPr>
          <a:lstStyle/>
          <a:p>
            <a:pPr marL="0" indent="0">
              <a:buNone/>
            </a:pPr>
            <a:endParaRPr lang="en-US" sz="2400">
              <a:latin typeface="Segoe UI" panose="020B0502040204020203" pitchFamily="34" charset="0"/>
              <a:cs typeface="Segoe UI" panose="020B0502040204020203" pitchFamily="34" charset="0"/>
            </a:endParaRPr>
          </a:p>
          <a:p>
            <a:pPr marL="285750" indent="-285750"/>
            <a:r>
              <a:rPr lang="en-US" sz="2400" b="1">
                <a:latin typeface="Segoe UI" panose="020B0502040204020203" pitchFamily="34" charset="0"/>
                <a:cs typeface="Segoe UI" panose="020B0502040204020203" pitchFamily="34" charset="0"/>
              </a:rPr>
              <a:t>Insecure Communication </a:t>
            </a:r>
            <a:r>
              <a:rPr lang="en-US" sz="2400">
                <a:latin typeface="Segoe UI" panose="020B0502040204020203" pitchFamily="34" charset="0"/>
                <a:cs typeface="Segoe UI" panose="020B0502040204020203" pitchFamily="34" charset="0"/>
              </a:rPr>
              <a:t>đ</a:t>
            </a:r>
            <a:r>
              <a:rPr lang="vi-VN" sz="2400">
                <a:latin typeface="Segoe UI" panose="020B0502040204020203" pitchFamily="34" charset="0"/>
                <a:cs typeface="Segoe UI" panose="020B0502040204020203" pitchFamily="34" charset="0"/>
              </a:rPr>
              <a:t>ề cập đến các lỗ hổng hoặc thiếu sót trong cách các ứng dụng di động truyền tải dữ liệu</a:t>
            </a:r>
            <a:r>
              <a:rPr lang="en-US" sz="2400">
                <a:latin typeface="Segoe UI" panose="020B0502040204020203" pitchFamily="34" charset="0"/>
                <a:cs typeface="Segoe UI" panose="020B0502040204020203" pitchFamily="34" charset="0"/>
              </a:rPr>
              <a:t>.</a:t>
            </a:r>
          </a:p>
          <a:p>
            <a:pPr marL="285750" indent="-285750"/>
            <a:r>
              <a:rPr lang="en-US" sz="2400" err="1">
                <a:latin typeface="Segoe UI" panose="020B0502040204020203" pitchFamily="34" charset="0"/>
                <a:cs typeface="Segoe UI" panose="020B0502040204020203" pitchFamily="34" charset="0"/>
              </a:rPr>
              <a:t>Dẫn</a:t>
            </a:r>
            <a:r>
              <a:rPr lang="en-US" sz="2400">
                <a:latin typeface="Segoe UI" panose="020B0502040204020203" pitchFamily="34" charset="0"/>
                <a:cs typeface="Segoe UI" panose="020B0502040204020203" pitchFamily="34" charset="0"/>
              </a:rPr>
              <a:t> </a:t>
            </a:r>
            <a:r>
              <a:rPr lang="en-US" sz="2400" err="1">
                <a:latin typeface="Segoe UI" panose="020B0502040204020203" pitchFamily="34" charset="0"/>
                <a:cs typeface="Segoe UI" panose="020B0502040204020203" pitchFamily="34" charset="0"/>
              </a:rPr>
              <a:t>tới</a:t>
            </a:r>
            <a:r>
              <a:rPr lang="en-US" sz="2400">
                <a:latin typeface="Segoe UI" panose="020B0502040204020203" pitchFamily="34" charset="0"/>
                <a:cs typeface="Segoe UI" panose="020B0502040204020203" pitchFamily="34" charset="0"/>
              </a:rPr>
              <a:t> </a:t>
            </a:r>
            <a:r>
              <a:rPr lang="vi-VN" sz="2400">
                <a:latin typeface="Segoe UI" panose="020B0502040204020203" pitchFamily="34" charset="0"/>
                <a:cs typeface="Segoe UI" panose="020B0502040204020203" pitchFamily="34" charset="0"/>
              </a:rPr>
              <a:t>nguy cơ bị đánh cắp hoặc can thiệp </a:t>
            </a:r>
            <a:r>
              <a:rPr lang="en-US" sz="2400" err="1">
                <a:latin typeface="Segoe UI" panose="020B0502040204020203" pitchFamily="34" charset="0"/>
                <a:cs typeface="Segoe UI" panose="020B0502040204020203" pitchFamily="34" charset="0"/>
              </a:rPr>
              <a:t>vào</a:t>
            </a:r>
            <a:r>
              <a:rPr lang="en-US" sz="2400">
                <a:latin typeface="Segoe UI" panose="020B0502040204020203" pitchFamily="34" charset="0"/>
                <a:cs typeface="Segoe UI" panose="020B0502040204020203" pitchFamily="34" charset="0"/>
              </a:rPr>
              <a:t> </a:t>
            </a:r>
            <a:r>
              <a:rPr lang="vi-VN" sz="2400">
                <a:latin typeface="Segoe UI" panose="020B0502040204020203" pitchFamily="34" charset="0"/>
                <a:cs typeface="Segoe UI" panose="020B0502040204020203" pitchFamily="34" charset="0"/>
              </a:rPr>
              <a:t>thông tin nhạy cảm</a:t>
            </a:r>
            <a:r>
              <a:rPr lang="en-US" sz="2400">
                <a:latin typeface="Segoe UI" panose="020B0502040204020203" pitchFamily="34" charset="0"/>
                <a:cs typeface="Segoe UI" panose="020B0502040204020203" pitchFamily="34" charset="0"/>
              </a:rPr>
              <a:t>.</a:t>
            </a: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F8094866-970A-5E4C-CDF0-EEB782D0D139}"/>
              </a:ext>
            </a:extLst>
          </p:cNvPr>
          <p:cNvSpPr>
            <a:spLocks noGrp="1"/>
          </p:cNvSpPr>
          <p:nvPr>
            <p:ph type="sldNum" sz="quarter" idx="12"/>
          </p:nvPr>
        </p:nvSpPr>
        <p:spPr/>
        <p:txBody>
          <a:bodyPr/>
          <a:lstStyle/>
          <a:p>
            <a:fld id="{CF8920F0-685D-4D8A-A9EF-3EE1A60245BD}" type="slidenum">
              <a:rPr lang="en-US" smtClean="0"/>
              <a:t>36</a:t>
            </a:fld>
            <a:endParaRPr lang="en-US"/>
          </a:p>
        </p:txBody>
      </p:sp>
      <p:sp>
        <p:nvSpPr>
          <p:cNvPr id="5" name="Google Shape;809;p48">
            <a:extLst>
              <a:ext uri="{FF2B5EF4-FFF2-40B4-BE49-F238E27FC236}">
                <a16:creationId xmlns:a16="http://schemas.microsoft.com/office/drawing/2014/main" id="{D4D18CCC-2CE6-A455-2E8D-17316E51E844}"/>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7582354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7F497F9D-AC60-1ADB-746A-924188EDCD99}"/>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3DE46F54-D03A-3F64-C77F-53740B75CF84}"/>
              </a:ext>
            </a:extLst>
          </p:cNvPr>
          <p:cNvSpPr txBox="1">
            <a:spLocks noGrp="1"/>
          </p:cNvSpPr>
          <p:nvPr>
            <p:ph type="body" idx="1"/>
          </p:nvPr>
        </p:nvSpPr>
        <p:spPr>
          <a:xfrm>
            <a:off x="720000" y="1203200"/>
            <a:ext cx="7704000" cy="3383668"/>
          </a:xfrm>
          <a:prstGeom prst="rect">
            <a:avLst/>
          </a:prstGeom>
        </p:spPr>
        <p:txBody>
          <a:bodyPr spcFirstLastPara="1" wrap="square" lIns="91425" tIns="91425" rIns="91425" bIns="91425" anchor="t" anchorCtr="0">
            <a:noAutofit/>
          </a:bodyPr>
          <a:lstStyle/>
          <a:p>
            <a:pPr marL="285750" indent="-285750"/>
            <a:endParaRPr lang="en-US" sz="2000">
              <a:latin typeface="Segoe UI" panose="020B0502040204020203" pitchFamily="34" charset="0"/>
              <a:cs typeface="Segoe UI" panose="020B0502040204020203" pitchFamily="34" charset="0"/>
            </a:endParaRPr>
          </a:p>
          <a:p>
            <a:pPr marL="0" indent="0">
              <a:buNone/>
            </a:pPr>
            <a:r>
              <a:rPr lang="en-US" sz="2000" err="1">
                <a:latin typeface="Segoe UI" panose="020B0502040204020203" pitchFamily="34" charset="0"/>
                <a:cs typeface="Segoe UI" panose="020B0502040204020203" pitchFamily="34" charset="0"/>
              </a:rPr>
              <a:t>Các</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lỗ</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hổng</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cụ</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thể</a:t>
            </a:r>
            <a:r>
              <a:rPr lang="en-US" sz="2000">
                <a:latin typeface="Segoe UI" panose="020B0502040204020203" pitchFamily="34" charset="0"/>
                <a:cs typeface="Segoe UI" panose="020B0502040204020203" pitchFamily="34" charset="0"/>
              </a:rPr>
              <a:t> như </a:t>
            </a:r>
            <a:r>
              <a:rPr lang="en-US" sz="2000" err="1">
                <a:latin typeface="Segoe UI" panose="020B0502040204020203" pitchFamily="34" charset="0"/>
                <a:cs typeface="Segoe UI" panose="020B0502040204020203" pitchFamily="34" charset="0"/>
              </a:rPr>
              <a:t>sau</a:t>
            </a:r>
            <a:r>
              <a:rPr lang="en-US" sz="2000">
                <a:latin typeface="Segoe UI" panose="020B0502040204020203" pitchFamily="34" charset="0"/>
                <a:cs typeface="Segoe UI" panose="020B0502040204020203" pitchFamily="34" charset="0"/>
              </a:rPr>
              <a:t>:</a:t>
            </a:r>
          </a:p>
          <a:p>
            <a:pPr marL="285750" indent="-285750"/>
            <a:r>
              <a:rPr lang="vi-VN" sz="2000" b="1">
                <a:latin typeface="Segoe UI" panose="020B0502040204020203" pitchFamily="34" charset="0"/>
                <a:cs typeface="Segoe UI" panose="020B0502040204020203" pitchFamily="34" charset="0"/>
              </a:rPr>
              <a:t>Dữ liệu không được mã hóa: </a:t>
            </a:r>
            <a:r>
              <a:rPr lang="vi-VN" sz="2000">
                <a:latin typeface="Segoe UI" panose="020B0502040204020203" pitchFamily="34" charset="0"/>
                <a:cs typeface="Segoe UI" panose="020B0502040204020203" pitchFamily="34" charset="0"/>
              </a:rPr>
              <a:t>Truyền dữ liệu qua HTTP thay vì HTTPS</a:t>
            </a:r>
            <a:r>
              <a:rPr lang="en-US" sz="2000">
                <a:latin typeface="Segoe UI" panose="020B0502040204020203" pitchFamily="34" charset="0"/>
                <a:cs typeface="Segoe UI" panose="020B0502040204020203" pitchFamily="34" charset="0"/>
              </a:rPr>
              <a:t>.</a:t>
            </a:r>
            <a:r>
              <a:rPr lang="vi-VN" sz="2000">
                <a:latin typeface="Segoe UI" panose="020B0502040204020203" pitchFamily="34" charset="0"/>
                <a:cs typeface="Segoe UI" panose="020B0502040204020203" pitchFamily="34" charset="0"/>
              </a:rPr>
              <a:t>  </a:t>
            </a:r>
          </a:p>
          <a:p>
            <a:pPr marL="285750" indent="-285750"/>
            <a:r>
              <a:rPr lang="vi-VN" sz="2000" b="1">
                <a:latin typeface="Segoe UI" panose="020B0502040204020203" pitchFamily="34" charset="0"/>
                <a:cs typeface="Segoe UI" panose="020B0502040204020203" pitchFamily="34" charset="0"/>
              </a:rPr>
              <a:t>Sử dụng giao thức mã hóa yếu: </a:t>
            </a:r>
            <a:r>
              <a:rPr lang="vi-VN" sz="2000">
                <a:latin typeface="Segoe UI" panose="020B0502040204020203" pitchFamily="34" charset="0"/>
                <a:cs typeface="Segoe UI" panose="020B0502040204020203" pitchFamily="34" charset="0"/>
              </a:rPr>
              <a:t>Sử dụng SSL/TLS phiên bản lỗi thời hoặc không cấu hình đúng cách, thiếu xác thực chứng chỉ máy chủ</a:t>
            </a:r>
            <a:r>
              <a:rPr lang="en-US" sz="2000">
                <a:latin typeface="Segoe UI" panose="020B0502040204020203" pitchFamily="34" charset="0"/>
                <a:cs typeface="Segoe UI" panose="020B0502040204020203" pitchFamily="34" charset="0"/>
              </a:rPr>
              <a:t>.</a:t>
            </a:r>
          </a:p>
          <a:p>
            <a:pPr marL="285750" indent="-285750"/>
            <a:r>
              <a:rPr lang="vi-VN" sz="2000" b="1">
                <a:latin typeface="Segoe UI" panose="020B0502040204020203" pitchFamily="34" charset="0"/>
                <a:cs typeface="Segoe UI" panose="020B0502040204020203" pitchFamily="34" charset="0"/>
              </a:rPr>
              <a:t>Quản lý phiên không an toàn: </a:t>
            </a:r>
            <a:r>
              <a:rPr lang="vi-VN" sz="2000">
                <a:latin typeface="Segoe UI" panose="020B0502040204020203" pitchFamily="34" charset="0"/>
                <a:cs typeface="Segoe UI" panose="020B0502040204020203" pitchFamily="34" charset="0"/>
              </a:rPr>
              <a:t>Cookie hoặc token truy cập không được bảo vệ trong khi truyền</a:t>
            </a:r>
            <a:r>
              <a:rPr lang="en-US" sz="20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EA07DA5C-2813-AA95-FF33-59F979CDF318}"/>
              </a:ext>
            </a:extLst>
          </p:cNvPr>
          <p:cNvSpPr>
            <a:spLocks noGrp="1"/>
          </p:cNvSpPr>
          <p:nvPr>
            <p:ph type="sldNum" sz="quarter" idx="12"/>
          </p:nvPr>
        </p:nvSpPr>
        <p:spPr/>
        <p:txBody>
          <a:bodyPr/>
          <a:lstStyle/>
          <a:p>
            <a:fld id="{CF8920F0-685D-4D8A-A9EF-3EE1A60245BD}" type="slidenum">
              <a:rPr lang="en-US" smtClean="0"/>
              <a:t>37</a:t>
            </a:fld>
            <a:endParaRPr lang="en-US"/>
          </a:p>
        </p:txBody>
      </p:sp>
      <p:sp>
        <p:nvSpPr>
          <p:cNvPr id="7" name="Google Shape;809;p48">
            <a:extLst>
              <a:ext uri="{FF2B5EF4-FFF2-40B4-BE49-F238E27FC236}">
                <a16:creationId xmlns:a16="http://schemas.microsoft.com/office/drawing/2014/main" id="{FF13171B-10EF-6074-F6BE-5948DBF96852}"/>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6830404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C0291BAA-78D6-BA6F-E500-812FE2376FE4}"/>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2ABCC46D-546A-9DB1-46FA-21ED8F32A26D}"/>
              </a:ext>
            </a:extLst>
          </p:cNvPr>
          <p:cNvSpPr txBox="1">
            <a:spLocks noGrp="1"/>
          </p:cNvSpPr>
          <p:nvPr>
            <p:ph type="body" idx="1"/>
          </p:nvPr>
        </p:nvSpPr>
        <p:spPr>
          <a:xfrm>
            <a:off x="720000" y="102451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err="1">
                <a:latin typeface="Segoe UI" panose="020B0502040204020203" pitchFamily="34" charset="0"/>
                <a:cs typeface="Segoe UI" panose="020B0502040204020203" pitchFamily="34" charset="0"/>
              </a:rPr>
              <a:t>Mã</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nguồn</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sử</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dụng</a:t>
            </a:r>
            <a:r>
              <a:rPr lang="en-US" sz="1800" dirty="0">
                <a:latin typeface="Segoe UI" panose="020B0502040204020203" pitchFamily="34" charset="0"/>
                <a:cs typeface="Segoe UI" panose="020B0502040204020203" pitchFamily="34" charset="0"/>
              </a:rPr>
              <a:t> </a:t>
            </a:r>
            <a:r>
              <a:rPr lang="vi-VN" sz="1800" dirty="0">
                <a:latin typeface="Segoe UI" panose="020B0502040204020203" pitchFamily="34" charset="0"/>
                <a:cs typeface="Segoe UI" panose="020B0502040204020203" pitchFamily="34" charset="0"/>
              </a:rPr>
              <a:t>giao thức </a:t>
            </a:r>
            <a:r>
              <a:rPr lang="vi-VN" sz="1800" b="1" dirty="0">
                <a:latin typeface="Segoe UI" panose="020B0502040204020203" pitchFamily="34" charset="0"/>
                <a:cs typeface="Segoe UI" panose="020B0502040204020203" pitchFamily="34" charset="0"/>
              </a:rPr>
              <a:t>http://</a:t>
            </a:r>
            <a:r>
              <a:rPr lang="en-US" sz="1800" b="1"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thay</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vì</a:t>
            </a:r>
            <a:r>
              <a:rPr lang="en-US" sz="1800" dirty="0">
                <a:latin typeface="Segoe UI" panose="020B0502040204020203" pitchFamily="34" charset="0"/>
                <a:cs typeface="Segoe UI" panose="020B0502040204020203" pitchFamily="34" charset="0"/>
              </a:rPr>
              <a:t> </a:t>
            </a:r>
            <a:r>
              <a:rPr lang="en-US" sz="1800" b="1" dirty="0">
                <a:latin typeface="Segoe UI" panose="020B0502040204020203" pitchFamily="34" charset="0"/>
                <a:cs typeface="Segoe UI" panose="020B0502040204020203" pitchFamily="34" charset="0"/>
              </a:rPr>
              <a:t>https://</a:t>
            </a:r>
            <a:r>
              <a:rPr lang="en-US" sz="1800" dirty="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dirty="0"/>
          </a:p>
        </p:txBody>
      </p:sp>
      <p:pic>
        <p:nvPicPr>
          <p:cNvPr id="22532" name="Picture 4" descr="A computer screen shot of a program code&#10;&#10;Description automatically generated">
            <a:extLst>
              <a:ext uri="{FF2B5EF4-FFF2-40B4-BE49-F238E27FC236}">
                <a16:creationId xmlns:a16="http://schemas.microsoft.com/office/drawing/2014/main" id="{6CB74F78-BC57-9353-C763-09F930232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188" y="1464011"/>
            <a:ext cx="7533913" cy="325292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B0E92F2-10B4-045E-23A3-08AC2644692D}"/>
              </a:ext>
            </a:extLst>
          </p:cNvPr>
          <p:cNvSpPr>
            <a:spLocks noGrp="1"/>
          </p:cNvSpPr>
          <p:nvPr>
            <p:ph type="sldNum" sz="quarter" idx="12"/>
          </p:nvPr>
        </p:nvSpPr>
        <p:spPr/>
        <p:txBody>
          <a:bodyPr/>
          <a:lstStyle/>
          <a:p>
            <a:fld id="{CF8920F0-685D-4D8A-A9EF-3EE1A60245BD}" type="slidenum">
              <a:rPr lang="en-US" smtClean="0"/>
              <a:t>38</a:t>
            </a:fld>
            <a:endParaRPr lang="en-US"/>
          </a:p>
        </p:txBody>
      </p:sp>
      <p:sp>
        <p:nvSpPr>
          <p:cNvPr id="5" name="Google Shape;809;p48">
            <a:extLst>
              <a:ext uri="{FF2B5EF4-FFF2-40B4-BE49-F238E27FC236}">
                <a16:creationId xmlns:a16="http://schemas.microsoft.com/office/drawing/2014/main" id="{56449657-9CE0-DC50-CA91-009DE99D27DD}"/>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3529536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E3F919C4-C5ED-CC2F-8B59-87FA3F396AA5}"/>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13C2822E-3982-6ABF-7422-78908FF92ACC}"/>
              </a:ext>
            </a:extLst>
          </p:cNvPr>
          <p:cNvSpPr txBox="1">
            <a:spLocks noGrp="1"/>
          </p:cNvSpPr>
          <p:nvPr>
            <p:ph type="body" idx="1"/>
          </p:nvPr>
        </p:nvSpPr>
        <p:spPr>
          <a:xfrm>
            <a:off x="720000" y="1203199"/>
            <a:ext cx="7704000" cy="6850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Tạo </a:t>
            </a:r>
            <a:r>
              <a:rPr lang="vi-VN" sz="1800" b="1">
                <a:latin typeface="Segoe UI" panose="020B0502040204020203" pitchFamily="34" charset="0"/>
                <a:cs typeface="Segoe UI" panose="020B0502040204020203" pitchFamily="34" charset="0"/>
              </a:rPr>
              <a:t>Web Server HTTPS </a:t>
            </a:r>
            <a:r>
              <a:rPr lang="vi-VN" sz="1800">
                <a:latin typeface="Segoe UI" panose="020B0502040204020203" pitchFamily="34" charset="0"/>
                <a:cs typeface="Segoe UI" panose="020B0502040204020203" pitchFamily="34" charset="0"/>
              </a:rPr>
              <a:t>để thực hiện truyền dữ liệu theo rule được cấu hình sẵn.</a:t>
            </a:r>
            <a:endParaRPr lang="en-US" sz="1800">
              <a:latin typeface="Segoe UI" panose="020B0502040204020203" pitchFamily="34" charset="0"/>
              <a:cs typeface="Segoe UI" panose="020B0502040204020203" pitchFamily="34" charset="0"/>
            </a:endParaRPr>
          </a:p>
        </p:txBody>
      </p:sp>
      <p:pic>
        <p:nvPicPr>
          <p:cNvPr id="18434" name="Picture 2" descr="A screenshot of a computer&#10;&#10;Description automatically generated">
            <a:extLst>
              <a:ext uri="{FF2B5EF4-FFF2-40B4-BE49-F238E27FC236}">
                <a16:creationId xmlns:a16="http://schemas.microsoft.com/office/drawing/2014/main" id="{1661903C-41A8-2582-B7E7-87DA3464EC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1746"/>
          <a:stretch/>
        </p:blipFill>
        <p:spPr bwMode="auto">
          <a:xfrm>
            <a:off x="720000" y="1974425"/>
            <a:ext cx="7703999" cy="196587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1B566F04-C5D6-64F4-BE7B-E4CF80931B38}"/>
              </a:ext>
            </a:extLst>
          </p:cNvPr>
          <p:cNvSpPr>
            <a:spLocks noGrp="1"/>
          </p:cNvSpPr>
          <p:nvPr>
            <p:ph type="sldNum" sz="quarter" idx="12"/>
          </p:nvPr>
        </p:nvSpPr>
        <p:spPr/>
        <p:txBody>
          <a:bodyPr/>
          <a:lstStyle/>
          <a:p>
            <a:fld id="{CF8920F0-685D-4D8A-A9EF-3EE1A60245BD}" type="slidenum">
              <a:rPr lang="en-US" smtClean="0"/>
              <a:t>39</a:t>
            </a:fld>
            <a:endParaRPr lang="en-US"/>
          </a:p>
        </p:txBody>
      </p:sp>
      <p:sp>
        <p:nvSpPr>
          <p:cNvPr id="4" name="Google Shape;809;p48">
            <a:extLst>
              <a:ext uri="{FF2B5EF4-FFF2-40B4-BE49-F238E27FC236}">
                <a16:creationId xmlns:a16="http://schemas.microsoft.com/office/drawing/2014/main" id="{5AA1AB7A-CB5D-DBDB-6DE2-B015C17347A4}"/>
              </a:ext>
            </a:extLst>
          </p:cNvPr>
          <p:cNvSpPr txBox="1">
            <a:spLocks noGrp="1"/>
          </p:cNvSpPr>
          <p:nvPr>
            <p:ph type="title"/>
          </p:nvPr>
        </p:nvSpPr>
        <p:spPr>
          <a:xfrm>
            <a:off x="3578874" y="317433"/>
            <a:ext cx="198625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7023722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593F2FE6-2B5E-1617-F4A5-8D5E08415FDF}"/>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D8E00BBB-983C-8E60-B3F7-DA6AA25CA58A}"/>
              </a:ext>
            </a:extLst>
          </p:cNvPr>
          <p:cNvSpPr txBox="1">
            <a:spLocks noGrp="1"/>
          </p:cNvSpPr>
          <p:nvPr>
            <p:ph type="body" idx="1"/>
          </p:nvPr>
        </p:nvSpPr>
        <p:spPr>
          <a:xfrm>
            <a:off x="720000" y="1203199"/>
            <a:ext cx="7822020" cy="1423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Dùng</a:t>
            </a:r>
            <a:r>
              <a:rPr lang="en-US" sz="1800">
                <a:latin typeface="Segoe UI" panose="020B0502040204020203" pitchFamily="34" charset="0"/>
                <a:cs typeface="Segoe UI" panose="020B0502040204020203" pitchFamily="34" charset="0"/>
              </a:rPr>
              <a:t> </a:t>
            </a:r>
            <a:r>
              <a:rPr lang="en-US" sz="1800" b="1" err="1">
                <a:latin typeface="Segoe UI" panose="020B0502040204020203" pitchFamily="34" charset="0"/>
                <a:cs typeface="Segoe UI" panose="020B0502040204020203" pitchFamily="34" charset="0"/>
              </a:rPr>
              <a:t>server.key</a:t>
            </a:r>
            <a:r>
              <a:rPr lang="en-US" sz="1800" b="1">
                <a:latin typeface="Segoe UI" panose="020B0502040204020203" pitchFamily="34" charset="0"/>
                <a:cs typeface="Segoe UI" panose="020B0502040204020203" pitchFamily="34" charset="0"/>
              </a:rPr>
              <a:t> </a:t>
            </a:r>
            <a:r>
              <a:rPr lang="en-US" sz="1800">
                <a:latin typeface="Segoe UI" panose="020B0502040204020203" pitchFamily="34" charset="0"/>
                <a:cs typeface="Segoe UI" panose="020B0502040204020203" pitchFamily="34" charset="0"/>
              </a:rPr>
              <a:t>và </a:t>
            </a:r>
            <a:r>
              <a:rPr lang="en-US" sz="1800" b="1">
                <a:latin typeface="Segoe UI" panose="020B0502040204020203" pitchFamily="34" charset="0"/>
                <a:cs typeface="Segoe UI" panose="020B0502040204020203" pitchFamily="34" charset="0"/>
              </a:rPr>
              <a:t>server.crt </a:t>
            </a:r>
            <a:r>
              <a:rPr lang="en-US" sz="1800" err="1">
                <a:latin typeface="Segoe UI" panose="020B0502040204020203" pitchFamily="34" charset="0"/>
                <a:cs typeface="Segoe UI" panose="020B0502040204020203" pitchFamily="34" charset="0"/>
              </a:rPr>
              <a:t>của</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trang</a:t>
            </a:r>
            <a:r>
              <a:rPr lang="en-US" sz="1800">
                <a:latin typeface="Segoe UI" panose="020B0502040204020203" pitchFamily="34" charset="0"/>
                <a:cs typeface="Segoe UI" panose="020B0502040204020203" pitchFamily="34" charset="0"/>
              </a:rPr>
              <a:t> web để </a:t>
            </a:r>
            <a:r>
              <a:rPr lang="en-US" sz="1800" err="1">
                <a:latin typeface="Segoe UI" panose="020B0502040204020203" pitchFamily="34" charset="0"/>
                <a:cs typeface="Segoe UI" panose="020B0502040204020203" pitchFamily="34" charset="0"/>
              </a:rPr>
              <a:t>thực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hiện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Certificate Pinning </a:t>
            </a:r>
            <a:r>
              <a:rPr lang="en-US" sz="1800" err="1">
                <a:latin typeface="Segoe UI" panose="020B0502040204020203" pitchFamily="34" charset="0"/>
                <a:cs typeface="Segoe UI" panose="020B0502040204020203" pitchFamily="34" charset="0"/>
              </a:rPr>
              <a:t>giúp</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ngăn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chặn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các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cuộc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tấn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công</a:t>
            </a:r>
            <a:r>
              <a:rPr lang="en-US" sz="1800">
                <a:latin typeface="Segoe UI" panose="020B0502040204020203" pitchFamily="34" charset="0"/>
                <a:cs typeface="Segoe UI" panose="020B0502040204020203" pitchFamily="34" charset="0"/>
              </a:rPr>
              <a:t> Man-in-the-Middle.</a:t>
            </a:r>
          </a:p>
          <a:p>
            <a:pPr marL="0" lvl="0" indent="0" algn="l" rtl="0">
              <a:spcBef>
                <a:spcPts val="0"/>
              </a:spcBef>
              <a:spcAft>
                <a:spcPts val="0"/>
              </a:spcAft>
              <a:buNone/>
            </a:pPr>
            <a:r>
              <a:rPr lang="en-US" sz="1800">
                <a:latin typeface="Segoe UI" panose="020B0502040204020203" pitchFamily="34" charset="0"/>
                <a:cs typeface="Segoe UI" panose="020B0502040204020203" pitchFamily="34" charset="0"/>
              </a:rPr>
              <a:t>Do </a:t>
            </a:r>
            <a:r>
              <a:rPr lang="en-US" sz="1800" err="1">
                <a:latin typeface="Segoe UI" panose="020B0502040204020203" pitchFamily="34" charset="0"/>
                <a:cs typeface="Segoe UI" panose="020B0502040204020203" pitchFamily="34" charset="0"/>
              </a:rPr>
              <a:t>ứng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chỉ</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chấp</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nhận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chứng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chỉ</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của</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máy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chủ</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có</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băm</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SHA256</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xác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định</a:t>
            </a:r>
            <a:r>
              <a:rPr lang="en-US" sz="1800">
                <a:latin typeface="Segoe UI" panose="020B0502040204020203" pitchFamily="34" charset="0"/>
                <a:cs typeface="Segoe UI" panose="020B0502040204020203" pitchFamily="34" charset="0"/>
              </a:rPr>
              <a:t>.</a:t>
            </a:r>
          </a:p>
        </p:txBody>
      </p:sp>
      <p:pic>
        <p:nvPicPr>
          <p:cNvPr id="25602" name="Picture 2" descr="A screen shot of a computer&#10;&#10;Description automatically generated">
            <a:extLst>
              <a:ext uri="{FF2B5EF4-FFF2-40B4-BE49-F238E27FC236}">
                <a16:creationId xmlns:a16="http://schemas.microsoft.com/office/drawing/2014/main" id="{93E73362-F2D0-029F-473E-6703717599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1" y="2571750"/>
            <a:ext cx="7703999" cy="173694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D9B3C92-A615-A7CE-1B75-7A7315D49F70}"/>
              </a:ext>
            </a:extLst>
          </p:cNvPr>
          <p:cNvSpPr>
            <a:spLocks noGrp="1"/>
          </p:cNvSpPr>
          <p:nvPr>
            <p:ph type="sldNum" sz="quarter" idx="12"/>
          </p:nvPr>
        </p:nvSpPr>
        <p:spPr/>
        <p:txBody>
          <a:bodyPr/>
          <a:lstStyle/>
          <a:p>
            <a:fld id="{CF8920F0-685D-4D8A-A9EF-3EE1A60245BD}" type="slidenum">
              <a:rPr lang="en-US" smtClean="0"/>
              <a:t>40</a:t>
            </a:fld>
            <a:endParaRPr lang="en-US"/>
          </a:p>
        </p:txBody>
      </p:sp>
      <p:sp>
        <p:nvSpPr>
          <p:cNvPr id="5" name="Google Shape;809;p48">
            <a:extLst>
              <a:ext uri="{FF2B5EF4-FFF2-40B4-BE49-F238E27FC236}">
                <a16:creationId xmlns:a16="http://schemas.microsoft.com/office/drawing/2014/main" id="{5BA2B882-EDAA-1FA9-1A3F-9F3F275C483A}"/>
              </a:ext>
            </a:extLst>
          </p:cNvPr>
          <p:cNvSpPr txBox="1">
            <a:spLocks noGrp="1"/>
          </p:cNvSpPr>
          <p:nvPr>
            <p:ph type="title"/>
          </p:nvPr>
        </p:nvSpPr>
        <p:spPr>
          <a:xfrm>
            <a:off x="3578874" y="317433"/>
            <a:ext cx="198625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2709261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459E7AC4-02A9-C043-9CE5-73E3340E4EBC}"/>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853196A-0DEF-A6AB-CF1D-54B2EF239545}"/>
              </a:ext>
            </a:extLst>
          </p:cNvPr>
          <p:cNvSpPr txBox="1">
            <a:spLocks noGrp="1"/>
          </p:cNvSpPr>
          <p:nvPr>
            <p:ph type="body" idx="1"/>
          </p:nvPr>
        </p:nvSpPr>
        <p:spPr>
          <a:xfrm>
            <a:off x="720000" y="1203199"/>
            <a:ext cx="7704000" cy="20975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Sửa đổi Phương thức tạo của API, sử dụng </a:t>
            </a:r>
            <a:r>
              <a:rPr lang="vi-VN" sz="1800" b="1">
                <a:latin typeface="Segoe UI" panose="020B0502040204020203" pitchFamily="34" charset="0"/>
                <a:cs typeface="Segoe UI" panose="020B0502040204020203" pitchFamily="34" charset="0"/>
              </a:rPr>
              <a:t>OkHttp</a:t>
            </a:r>
            <a:r>
              <a:rPr lang="vi-VN" sz="1800">
                <a:latin typeface="Segoe UI" panose="020B0502040204020203" pitchFamily="34" charset="0"/>
                <a:cs typeface="Segoe UI" panose="020B0502040204020203" pitchFamily="34" charset="0"/>
              </a:rPr>
              <a:t> để quản lí các yêu cầu mạng</a:t>
            </a:r>
            <a:r>
              <a:rPr lang="en-US" sz="1800">
                <a:latin typeface="Segoe UI" panose="020B0502040204020203" pitchFamily="34" charset="0"/>
                <a:cs typeface="Segoe UI" panose="020B0502040204020203" pitchFamily="34" charset="0"/>
              </a:rPr>
              <a:t>.</a:t>
            </a:r>
          </a:p>
          <a:p>
            <a:pPr marL="285750" indent="-285750"/>
            <a:r>
              <a:rPr lang="en-US" sz="1800" b="1" err="1">
                <a:latin typeface="Segoe UI" panose="020B0502040204020203" pitchFamily="34" charset="0"/>
                <a:cs typeface="Segoe UI" panose="020B0502040204020203" pitchFamily="34" charset="0"/>
              </a:rPr>
              <a:t>certificatePinner</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cấu</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hình</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Certificate Pinning </a:t>
            </a:r>
            <a:r>
              <a:rPr lang="en-US" sz="1800">
                <a:latin typeface="Segoe UI" panose="020B0502040204020203" pitchFamily="34" charset="0"/>
                <a:cs typeface="Segoe UI" panose="020B0502040204020203" pitchFamily="34" charset="0"/>
              </a:rPr>
              <a:t>để </a:t>
            </a:r>
            <a:r>
              <a:rPr lang="en-US" sz="1800" err="1">
                <a:latin typeface="Segoe UI" panose="020B0502040204020203" pitchFamily="34" charset="0"/>
                <a:cs typeface="Segoe UI" panose="020B0502040204020203" pitchFamily="34" charset="0"/>
              </a:rPr>
              <a:t>bảo</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vệ</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khỏi</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các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cuộc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tấn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công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giả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mạo</a:t>
            </a:r>
            <a:r>
              <a:rPr lang="en-US" sz="1800">
                <a:latin typeface="Segoe UI" panose="020B0502040204020203" pitchFamily="34" charset="0"/>
                <a:cs typeface="Segoe UI" panose="020B0502040204020203" pitchFamily="34" charset="0"/>
              </a:rPr>
              <a:t>.</a:t>
            </a:r>
          </a:p>
          <a:p>
            <a:pPr marL="285750" indent="-285750"/>
            <a:r>
              <a:rPr lang="en-US" sz="1800" b="1" err="1">
                <a:latin typeface="Segoe UI" panose="020B0502040204020203" pitchFamily="34" charset="0"/>
                <a:cs typeface="Segoe UI" panose="020B0502040204020203" pitchFamily="34" charset="0"/>
              </a:rPr>
              <a:t>OkHttpClient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tạo</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một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OkHttpClient</a:t>
            </a:r>
            <a:r>
              <a:rPr lang="en-US" sz="1800">
                <a:latin typeface="Segoe UI" panose="020B0502040204020203" pitchFamily="34" charset="0"/>
                <a:cs typeface="Segoe UI" panose="020B0502040204020203" pitchFamily="34" charset="0"/>
              </a:rPr>
              <a:t> với Certificate Pinning.</a:t>
            </a:r>
          </a:p>
          <a:p>
            <a:pPr marL="285750" indent="-285750"/>
            <a:r>
              <a:rPr lang="en-US" sz="1800" b="1">
                <a:latin typeface="Segoe UI" panose="020B0502040204020203" pitchFamily="34" charset="0"/>
                <a:cs typeface="Segoe UI" panose="020B0502040204020203" pitchFamily="34" charset="0"/>
              </a:rPr>
              <a:t>Retrofit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cấu</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hình</a:t>
            </a:r>
            <a:r>
              <a:rPr lang="en-US" sz="1800">
                <a:latin typeface="Segoe UI" panose="020B0502040204020203" pitchFamily="34" charset="0"/>
                <a:cs typeface="Segoe UI" panose="020B0502040204020203" pitchFamily="34" charset="0"/>
              </a:rPr>
              <a:t> Retrofit để </a:t>
            </a: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OkHttpClient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tùy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chỉnh</a:t>
            </a:r>
            <a:r>
              <a:rPr lang="en-US" sz="1800">
                <a:latin typeface="Segoe UI" panose="020B0502040204020203" pitchFamily="34" charset="0"/>
                <a:cs typeface="Segoe UI" panose="020B0502040204020203" pitchFamily="34" charset="0"/>
              </a:rPr>
              <a:t> và </a:t>
            </a:r>
            <a:r>
              <a:rPr lang="en-US" sz="1800" err="1">
                <a:latin typeface="Segoe UI" panose="020B0502040204020203" pitchFamily="34" charset="0"/>
                <a:cs typeface="Segoe UI" panose="020B0502040204020203" pitchFamily="34" charset="0"/>
              </a:rPr>
              <a:t>giao</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tiếp</a:t>
            </a:r>
            <a:r>
              <a:rPr lang="en-US" sz="1800">
                <a:latin typeface="Segoe UI" panose="020B0502040204020203" pitchFamily="34" charset="0"/>
                <a:cs typeface="Segoe UI" panose="020B0502040204020203" pitchFamily="34" charset="0"/>
              </a:rPr>
              <a:t> với </a:t>
            </a:r>
            <a:r>
              <a:rPr lang="en-US" sz="1800" err="1">
                <a:latin typeface="Segoe UI" panose="020B0502040204020203" pitchFamily="34" charset="0"/>
                <a:cs typeface="Segoe UI" panose="020B0502040204020203" pitchFamily="34" charset="0"/>
              </a:rPr>
              <a:t>máy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chủ</a:t>
            </a:r>
            <a:r>
              <a:rPr lang="en-US" sz="1800">
                <a:latin typeface="Segoe UI" panose="020B0502040204020203" pitchFamily="34" charset="0"/>
                <a:cs typeface="Segoe UI" panose="020B0502040204020203" pitchFamily="34" charset="0"/>
              </a:rPr>
              <a:t> HTTPS.</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p:txBody>
      </p:sp>
      <p:pic>
        <p:nvPicPr>
          <p:cNvPr id="24578" name="Picture 2" descr="A screen shot of a computer program&#10;&#10;Description automatically generated">
            <a:extLst>
              <a:ext uri="{FF2B5EF4-FFF2-40B4-BE49-F238E27FC236}">
                <a16:creationId xmlns:a16="http://schemas.microsoft.com/office/drawing/2014/main" id="{09D8A26B-ACD9-E679-05A9-2902F647E3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003" b="50812"/>
          <a:stretch/>
        </p:blipFill>
        <p:spPr bwMode="auto">
          <a:xfrm>
            <a:off x="720000" y="3359855"/>
            <a:ext cx="7704000" cy="74981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DEC4F2E-A9AD-877E-F6B4-6E5ED63D59E7}"/>
              </a:ext>
            </a:extLst>
          </p:cNvPr>
          <p:cNvSpPr>
            <a:spLocks noGrp="1"/>
          </p:cNvSpPr>
          <p:nvPr>
            <p:ph type="sldNum" sz="quarter" idx="12"/>
          </p:nvPr>
        </p:nvSpPr>
        <p:spPr/>
        <p:txBody>
          <a:bodyPr/>
          <a:lstStyle/>
          <a:p>
            <a:fld id="{CF8920F0-685D-4D8A-A9EF-3EE1A60245BD}" type="slidenum">
              <a:rPr lang="en-US" smtClean="0"/>
              <a:t>41</a:t>
            </a:fld>
            <a:endParaRPr lang="en-US"/>
          </a:p>
        </p:txBody>
      </p:sp>
      <p:sp>
        <p:nvSpPr>
          <p:cNvPr id="5" name="Google Shape;809;p48">
            <a:extLst>
              <a:ext uri="{FF2B5EF4-FFF2-40B4-BE49-F238E27FC236}">
                <a16:creationId xmlns:a16="http://schemas.microsoft.com/office/drawing/2014/main" id="{68C78E25-0E9E-471F-5EAB-9E774A8A6D18}"/>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3305178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D964C5C4-2D18-AD34-BA05-0005F91ADAD7}"/>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44A3C56-520D-C499-CB2B-B1880B7F31F7}"/>
              </a:ext>
            </a:extLst>
          </p:cNvPr>
          <p:cNvSpPr txBox="1">
            <a:spLocks noGrp="1"/>
          </p:cNvSpPr>
          <p:nvPr>
            <p:ph type="body" idx="1"/>
          </p:nvPr>
        </p:nvSpPr>
        <p:spPr>
          <a:xfrm>
            <a:off x="720000" y="1203200"/>
            <a:ext cx="7704000" cy="25584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Ngăn chặn tấn công Man-in-the-Middle (MitM)</a:t>
            </a:r>
            <a:r>
              <a:rPr lang="en-US" sz="2400">
                <a:latin typeface="Segoe UI" panose="020B0502040204020203" pitchFamily="34" charset="0"/>
                <a:cs typeface="Segoe UI" panose="020B0502040204020203" pitchFamily="34" charset="0"/>
              </a:rPr>
              <a:t>.</a:t>
            </a:r>
            <a:endParaRPr lang="vi-VN"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Bảo mật thông tin nhạy cảm</a:t>
            </a:r>
            <a:r>
              <a:rPr lang="en-US" sz="2400">
                <a:latin typeface="Segoe UI" panose="020B0502040204020203" pitchFamily="34" charset="0"/>
                <a:cs typeface="Segoe UI" panose="020B0502040204020203" pitchFamily="34" charset="0"/>
              </a:rPr>
              <a:t>.</a:t>
            </a:r>
            <a:endParaRPr lang="vi-VN"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Đáp ứng tiêu chuẩn bảo mật hiện đại</a:t>
            </a:r>
            <a:r>
              <a:rPr lang="en-US" sz="2400">
                <a:latin typeface="Segoe UI" panose="020B0502040204020203" pitchFamily="34" charset="0"/>
                <a:cs typeface="Segoe UI" panose="020B0502040204020203" pitchFamily="34" charset="0"/>
              </a:rPr>
              <a:t>.</a:t>
            </a:r>
            <a:endParaRPr lang="vi-VN"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Hiệu quả và linh hoạt hơn trong phát triển</a:t>
            </a:r>
            <a:r>
              <a:rPr lang="en-US" sz="2400">
                <a:latin typeface="Segoe UI" panose="020B0502040204020203" pitchFamily="34" charset="0"/>
                <a:cs typeface="Segoe UI" panose="020B0502040204020203" pitchFamily="34" charset="0"/>
              </a:rPr>
              <a:t>.</a:t>
            </a:r>
          </a:p>
        </p:txBody>
      </p:sp>
      <p:sp>
        <p:nvSpPr>
          <p:cNvPr id="3" name="Slide Number Placeholder 2">
            <a:extLst>
              <a:ext uri="{FF2B5EF4-FFF2-40B4-BE49-F238E27FC236}">
                <a16:creationId xmlns:a16="http://schemas.microsoft.com/office/drawing/2014/main" id="{5B60DFFA-8391-DA1C-F830-26DF09405B05}"/>
              </a:ext>
            </a:extLst>
          </p:cNvPr>
          <p:cNvSpPr>
            <a:spLocks noGrp="1"/>
          </p:cNvSpPr>
          <p:nvPr>
            <p:ph type="sldNum" sz="quarter" idx="12"/>
          </p:nvPr>
        </p:nvSpPr>
        <p:spPr/>
        <p:txBody>
          <a:bodyPr/>
          <a:lstStyle/>
          <a:p>
            <a:fld id="{CF8920F0-685D-4D8A-A9EF-3EE1A60245BD}" type="slidenum">
              <a:rPr lang="en-US" smtClean="0"/>
              <a:t>42</a:t>
            </a:fld>
            <a:endParaRPr lang="en-US"/>
          </a:p>
        </p:txBody>
      </p:sp>
      <p:sp>
        <p:nvSpPr>
          <p:cNvPr id="5" name="Google Shape;809;p48">
            <a:extLst>
              <a:ext uri="{FF2B5EF4-FFF2-40B4-BE49-F238E27FC236}">
                <a16:creationId xmlns:a16="http://schemas.microsoft.com/office/drawing/2014/main" id="{55A98734-E4DF-CBEC-E475-0E7AEE23670D}"/>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3024807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6F5C506-2426-3804-1CFA-240DB1D450CA}"/>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36560F8-42FF-E1D0-7AF1-C597A45EDF8C}"/>
              </a:ext>
            </a:extLst>
          </p:cNvPr>
          <p:cNvSpPr txBox="1">
            <a:spLocks noGrp="1"/>
          </p:cNvSpPr>
          <p:nvPr>
            <p:ph type="body" idx="1"/>
          </p:nvPr>
        </p:nvSpPr>
        <p:spPr>
          <a:xfrm>
            <a:off x="720000" y="1203200"/>
            <a:ext cx="7704000" cy="28484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Lỗ hổng </a:t>
            </a:r>
            <a:r>
              <a:rPr lang="vi-VN" sz="2000" b="1">
                <a:latin typeface="Segoe UI" panose="020B0502040204020203" pitchFamily="34" charset="0"/>
                <a:cs typeface="Segoe UI" panose="020B0502040204020203" pitchFamily="34" charset="0"/>
              </a:rPr>
              <a:t>Insecure Communication </a:t>
            </a:r>
            <a:r>
              <a:rPr lang="en-US" sz="2000" err="1">
                <a:latin typeface="Segoe UI" panose="020B0502040204020203" pitchFamily="34" charset="0"/>
                <a:cs typeface="Segoe UI" panose="020B0502040204020203" pitchFamily="34" charset="0"/>
              </a:rPr>
              <a:t>dễ</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dàng</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được khắc phục bằng cách sử dụng giao thức </a:t>
            </a:r>
            <a:r>
              <a:rPr lang="vi-VN" sz="2000" b="1">
                <a:latin typeface="Segoe UI" panose="020B0502040204020203" pitchFamily="34" charset="0"/>
                <a:cs typeface="Segoe UI" panose="020B0502040204020203" pitchFamily="34" charset="0"/>
              </a:rPr>
              <a:t>HTTPS</a:t>
            </a:r>
            <a:r>
              <a:rPr lang="vi-VN" sz="2000">
                <a:latin typeface="Segoe UI" panose="020B0502040204020203" pitchFamily="34" charset="0"/>
                <a:cs typeface="Segoe UI" panose="020B0502040204020203" pitchFamily="34" charset="0"/>
              </a:rPr>
              <a:t> và triển khai </a:t>
            </a:r>
            <a:r>
              <a:rPr lang="vi-VN" sz="2000" b="1">
                <a:latin typeface="Segoe UI" panose="020B0502040204020203" pitchFamily="34" charset="0"/>
                <a:cs typeface="Segoe UI" panose="020B0502040204020203" pitchFamily="34" charset="0"/>
              </a:rPr>
              <a:t>Certificate Pinning</a:t>
            </a:r>
            <a:r>
              <a:rPr lang="vi-VN" sz="2000">
                <a:latin typeface="Segoe UI" panose="020B0502040204020203" pitchFamily="34" charset="0"/>
                <a:cs typeface="Segoe UI" panose="020B0502040204020203" pitchFamily="34" charset="0"/>
              </a:rPr>
              <a:t>. </a:t>
            </a:r>
            <a:endParaRPr lang="en-US" sz="2000">
              <a:latin typeface="Segoe UI" panose="020B0502040204020203" pitchFamily="34" charset="0"/>
              <a:cs typeface="Segoe UI" panose="020B0502040204020203" pitchFamily="34" charset="0"/>
            </a:endParaRPr>
          </a:p>
          <a:p>
            <a:pPr marL="342900" indent="-342900"/>
            <a:r>
              <a:rPr lang="en-US" sz="2000" err="1">
                <a:latin typeface="Segoe UI" panose="020B0502040204020203" pitchFamily="34" charset="0"/>
                <a:cs typeface="Segoe UI" panose="020B0502040204020203" pitchFamily="34" charset="0"/>
              </a:rPr>
              <a:t>Sử</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dụng </a:t>
            </a:r>
            <a:r>
              <a:rPr lang="vi-VN" sz="2000" b="1">
                <a:latin typeface="Segoe UI" panose="020B0502040204020203" pitchFamily="34" charset="0"/>
                <a:cs typeface="Segoe UI" panose="020B0502040204020203" pitchFamily="34" charset="0"/>
              </a:rPr>
              <a:t>OkHttp</a:t>
            </a:r>
            <a:r>
              <a:rPr lang="vi-VN" sz="2000">
                <a:latin typeface="Segoe UI" panose="020B0502040204020203" pitchFamily="34" charset="0"/>
                <a:cs typeface="Segoe UI" panose="020B0502040204020203" pitchFamily="34" charset="0"/>
              </a:rPr>
              <a:t> và </a:t>
            </a:r>
            <a:r>
              <a:rPr lang="vi-VN" sz="2000" b="1">
                <a:latin typeface="Segoe UI" panose="020B0502040204020203" pitchFamily="34" charset="0"/>
                <a:cs typeface="Segoe UI" panose="020B0502040204020203" pitchFamily="34" charset="0"/>
              </a:rPr>
              <a:t>Retrofit</a:t>
            </a:r>
            <a:r>
              <a:rPr lang="vi-VN" sz="2000">
                <a:latin typeface="Segoe UI" panose="020B0502040204020203" pitchFamily="34" charset="0"/>
                <a:cs typeface="Segoe UI" panose="020B0502040204020203" pitchFamily="34" charset="0"/>
              </a:rPr>
              <a:t> giúp bảo mật giao tiếp mạng, cải thiện hiệu suất và </a:t>
            </a:r>
            <a:r>
              <a:rPr lang="en-US" sz="2000" err="1">
                <a:latin typeface="Segoe UI" panose="020B0502040204020203" pitchFamily="34" charset="0"/>
                <a:cs typeface="Segoe UI" panose="020B0502040204020203" pitchFamily="34" charset="0"/>
              </a:rPr>
              <a:t>tăng</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tính</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tiện lợi trong phát triển ứng dụng.</a:t>
            </a:r>
          </a:p>
        </p:txBody>
      </p:sp>
      <p:sp>
        <p:nvSpPr>
          <p:cNvPr id="3" name="Slide Number Placeholder 2">
            <a:extLst>
              <a:ext uri="{FF2B5EF4-FFF2-40B4-BE49-F238E27FC236}">
                <a16:creationId xmlns:a16="http://schemas.microsoft.com/office/drawing/2014/main" id="{7BFE264A-B073-27A1-1776-466020C13C76}"/>
              </a:ext>
            </a:extLst>
          </p:cNvPr>
          <p:cNvSpPr>
            <a:spLocks noGrp="1"/>
          </p:cNvSpPr>
          <p:nvPr>
            <p:ph type="sldNum" sz="quarter" idx="12"/>
          </p:nvPr>
        </p:nvSpPr>
        <p:spPr/>
        <p:txBody>
          <a:bodyPr/>
          <a:lstStyle/>
          <a:p>
            <a:fld id="{CF8920F0-685D-4D8A-A9EF-3EE1A60245BD}" type="slidenum">
              <a:rPr lang="en-US" smtClean="0"/>
              <a:t>43</a:t>
            </a:fld>
            <a:endParaRPr lang="en-US"/>
          </a:p>
        </p:txBody>
      </p:sp>
      <p:sp>
        <p:nvSpPr>
          <p:cNvPr id="5" name="Google Shape;809;p48">
            <a:extLst>
              <a:ext uri="{FF2B5EF4-FFF2-40B4-BE49-F238E27FC236}">
                <a16:creationId xmlns:a16="http://schemas.microsoft.com/office/drawing/2014/main" id="{4A60D1BD-B370-D3AB-7836-59DB235979E2}"/>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5195886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3450D88D-1550-45A5-A4A7-7A7DCBBFD9D8}"/>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24B1BF7C-A991-66C9-69B3-E5AC0CA38F23}"/>
              </a:ext>
            </a:extLst>
          </p:cNvPr>
          <p:cNvSpPr txBox="1">
            <a:spLocks noGrp="1"/>
          </p:cNvSpPr>
          <p:nvPr>
            <p:ph type="title"/>
          </p:nvPr>
        </p:nvSpPr>
        <p:spPr>
          <a:xfrm>
            <a:off x="313626" y="1967872"/>
            <a:ext cx="4676588" cy="10016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INSECURE AUTHENTICATION </a:t>
            </a:r>
            <a:br>
              <a:rPr lang="en-US" sz="2400" dirty="0">
                <a:latin typeface="Segoe UI" panose="020B0502040204020203" pitchFamily="34" charset="0"/>
                <a:cs typeface="Segoe UI" panose="020B0502040204020203" pitchFamily="34" charset="0"/>
              </a:rPr>
            </a:br>
            <a:r>
              <a:rPr lang="en-US" sz="2400" dirty="0">
                <a:latin typeface="Segoe UI" panose="020B0502040204020203" pitchFamily="34" charset="0"/>
                <a:cs typeface="Segoe UI" panose="020B0502040204020203" pitchFamily="34" charset="0"/>
              </a:rPr>
              <a:t>(XÁC THỰC KHÔNG AN TOÀN)</a:t>
            </a:r>
          </a:p>
        </p:txBody>
      </p:sp>
      <p:sp>
        <p:nvSpPr>
          <p:cNvPr id="231" name="Google Shape;231;p30">
            <a:extLst>
              <a:ext uri="{FF2B5EF4-FFF2-40B4-BE49-F238E27FC236}">
                <a16:creationId xmlns:a16="http://schemas.microsoft.com/office/drawing/2014/main" id="{2D51A076-6B2A-E107-ECFF-5DB5733576CA}"/>
              </a:ext>
            </a:extLst>
          </p:cNvPr>
          <p:cNvSpPr txBox="1">
            <a:spLocks noGrp="1"/>
          </p:cNvSpPr>
          <p:nvPr>
            <p:ph type="title" idx="2"/>
          </p:nvPr>
        </p:nvSpPr>
        <p:spPr>
          <a:xfrm>
            <a:off x="313626"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M-4</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76ABE93A-1F5D-21CA-4D5E-064FC64EB7C5}"/>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6DBC6014-3998-EBA0-2035-6BDF7320C19C}"/>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33D40EFC-5FE6-856F-0CE1-A48BDD8B7E7E}"/>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942B2251-DF0B-FC4F-E75C-FE15E3A25402}"/>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8AE01D49-3C0B-EEF2-3990-702F279D70FE}"/>
              </a:ext>
            </a:extLst>
          </p:cNvPr>
          <p:cNvSpPr>
            <a:spLocks noGrp="1"/>
          </p:cNvSpPr>
          <p:nvPr>
            <p:ph type="sldNum" sz="quarter" idx="12"/>
          </p:nvPr>
        </p:nvSpPr>
        <p:spPr/>
        <p:txBody>
          <a:bodyPr/>
          <a:lstStyle/>
          <a:p>
            <a:fld id="{CF8920F0-685D-4D8A-A9EF-3EE1A60245BD}" type="slidenum">
              <a:rPr lang="en-US" smtClean="0"/>
              <a:t>44</a:t>
            </a:fld>
            <a:endParaRPr lang="en-US"/>
          </a:p>
        </p:txBody>
      </p:sp>
      <p:pic>
        <p:nvPicPr>
          <p:cNvPr id="5" name="Picture 4">
            <a:extLst>
              <a:ext uri="{FF2B5EF4-FFF2-40B4-BE49-F238E27FC236}">
                <a16:creationId xmlns:a16="http://schemas.microsoft.com/office/drawing/2014/main" id="{BD62ED7D-5CCC-A76B-F915-F2A417A8B35C}"/>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30840012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7A069DF8-EE47-70F3-37BD-3E3917A5DB04}"/>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3EC31B57-7176-6E87-723A-3B7E33D7A8C5}"/>
              </a:ext>
            </a:extLst>
          </p:cNvPr>
          <p:cNvSpPr txBox="1">
            <a:spLocks noGrp="1"/>
          </p:cNvSpPr>
          <p:nvPr>
            <p:ph type="body" idx="1"/>
          </p:nvPr>
        </p:nvSpPr>
        <p:spPr>
          <a:xfrm>
            <a:off x="720000" y="1203199"/>
            <a:ext cx="7704000" cy="6479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Goatlin</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không có bất kỳ sự ràng buộc nào về mật khẩu, tên người d</a:t>
            </a:r>
            <a:r>
              <a:rPr lang="en-US" sz="1800">
                <a:latin typeface="Segoe UI" panose="020B0502040204020203" pitchFamily="34" charset="0"/>
                <a:cs typeface="Segoe UI" panose="020B0502040204020203" pitchFamily="34" charset="0"/>
              </a:rPr>
              <a:t>ù</a:t>
            </a:r>
            <a:r>
              <a:rPr lang="vi-VN" sz="1800">
                <a:latin typeface="Segoe UI" panose="020B0502040204020203" pitchFamily="34" charset="0"/>
                <a:cs typeface="Segoe UI" panose="020B0502040204020203" pitchFamily="34" charset="0"/>
              </a:rPr>
              <a:t>ng và cả họ tên </a:t>
            </a:r>
            <a:r>
              <a:rPr lang="en-US" sz="1800">
                <a:latin typeface="Segoe UI" panose="020B0502040204020203" pitchFamily="34" charset="0"/>
                <a:cs typeface="Segoe UI" panose="020B0502040204020203" pitchFamily="34" charset="0"/>
              </a:rPr>
              <a:t>khi </a:t>
            </a:r>
            <a:r>
              <a:rPr lang="en-US" sz="1800" err="1">
                <a:latin typeface="Segoe UI" panose="020B0502040204020203" pitchFamily="34" charset="0"/>
                <a:cs typeface="Segoe UI" panose="020B0502040204020203" pitchFamily="34" charset="0"/>
              </a:rPr>
              <a:t>tạo</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tài</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khoản</a:t>
            </a:r>
            <a:r>
              <a:rPr lang="en-US" sz="18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pic>
        <p:nvPicPr>
          <p:cNvPr id="29698" name="Picture 2" descr="A screenshot of a phone&#10;&#10;Description automatically generated">
            <a:extLst>
              <a:ext uri="{FF2B5EF4-FFF2-40B4-BE49-F238E27FC236}">
                <a16:creationId xmlns:a16="http://schemas.microsoft.com/office/drawing/2014/main" id="{BFA9C97E-0D45-9135-8185-33FD0EA36E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89" t="1893" r="1449" b="58229"/>
          <a:stretch/>
        </p:blipFill>
        <p:spPr bwMode="auto">
          <a:xfrm>
            <a:off x="2941320" y="2010919"/>
            <a:ext cx="3261360" cy="283966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BE5164E-7898-9224-C348-4C645CD4B67B}"/>
              </a:ext>
            </a:extLst>
          </p:cNvPr>
          <p:cNvSpPr>
            <a:spLocks noGrp="1"/>
          </p:cNvSpPr>
          <p:nvPr>
            <p:ph type="sldNum" sz="quarter" idx="12"/>
          </p:nvPr>
        </p:nvSpPr>
        <p:spPr/>
        <p:txBody>
          <a:bodyPr/>
          <a:lstStyle/>
          <a:p>
            <a:fld id="{CF8920F0-685D-4D8A-A9EF-3EE1A60245BD}" type="slidenum">
              <a:rPr lang="en-US" smtClean="0"/>
              <a:t>45</a:t>
            </a:fld>
            <a:endParaRPr lang="en-US"/>
          </a:p>
        </p:txBody>
      </p:sp>
      <p:sp>
        <p:nvSpPr>
          <p:cNvPr id="5" name="Google Shape;809;p48">
            <a:extLst>
              <a:ext uri="{FF2B5EF4-FFF2-40B4-BE49-F238E27FC236}">
                <a16:creationId xmlns:a16="http://schemas.microsoft.com/office/drawing/2014/main" id="{EA4D80E9-FEFE-A3CC-1C31-92019D83E8C8}"/>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9377673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6F793F15-06F5-4DEF-B82F-9FFB92AE8971}"/>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EF338C63-7899-86B2-57C4-55217F06360F}"/>
              </a:ext>
            </a:extLst>
          </p:cNvPr>
          <p:cNvSpPr txBox="1">
            <a:spLocks noGrp="1"/>
          </p:cNvSpPr>
          <p:nvPr>
            <p:ph type="body" idx="1"/>
          </p:nvPr>
        </p:nvSpPr>
        <p:spPr>
          <a:xfrm>
            <a:off x="720000" y="1203199"/>
            <a:ext cx="7704000" cy="8114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dụng hàm chuẩn hoá, đảm bảo người dùng không nhập dư th</a:t>
            </a:r>
            <a:r>
              <a:rPr lang="en-US" sz="1800">
                <a:latin typeface="Segoe UI" panose="020B0502040204020203" pitchFamily="34" charset="0"/>
                <a:cs typeface="Segoe UI" panose="020B0502040204020203" pitchFamily="34" charset="0"/>
              </a:rPr>
              <a:t>ừ</a:t>
            </a:r>
            <a:r>
              <a:rPr lang="vi-VN" sz="1800">
                <a:latin typeface="Segoe UI" panose="020B0502040204020203" pitchFamily="34" charset="0"/>
                <a:cs typeface="Segoe UI" panose="020B0502040204020203" pitchFamily="34" charset="0"/>
              </a:rPr>
              <a:t>a ký tự khoảng trắng hoặc ký tự lạ</a:t>
            </a:r>
            <a:r>
              <a:rPr lang="en-US" sz="1800">
                <a:latin typeface="Segoe UI" panose="020B0502040204020203" pitchFamily="34" charset="0"/>
                <a:cs typeface="Segoe UI" panose="020B0502040204020203" pitchFamily="34" charset="0"/>
              </a:rPr>
              <a:t> ở </a:t>
            </a:r>
            <a:r>
              <a:rPr lang="en-US" sz="1800" err="1">
                <a:latin typeface="Segoe UI" panose="020B0502040204020203" pitchFamily="34" charset="0"/>
                <a:cs typeface="Segoe UI" panose="020B0502040204020203" pitchFamily="34" charset="0"/>
              </a:rPr>
              <a:t>phần</a:t>
            </a:r>
            <a:r>
              <a:rPr lang="en-US" sz="1800">
                <a:latin typeface="Segoe UI" panose="020B0502040204020203" pitchFamily="34" charset="0"/>
                <a:cs typeface="Segoe UI" panose="020B0502040204020203" pitchFamily="34" charset="0"/>
              </a:rPr>
              <a:t> </a:t>
            </a:r>
            <a:r>
              <a:rPr lang="en-US" sz="1800" b="1" err="1">
                <a:latin typeface="Segoe UI" panose="020B0502040204020203" pitchFamily="34" charset="0"/>
                <a:cs typeface="Segoe UI" panose="020B0502040204020203" pitchFamily="34" charset="0"/>
              </a:rPr>
              <a:t>Họ</a:t>
            </a:r>
            <a:r>
              <a:rPr lang="en-US" sz="1800" b="1">
                <a:latin typeface="Segoe UI" panose="020B0502040204020203" pitchFamily="34" charset="0"/>
                <a:cs typeface="Segoe UI" panose="020B0502040204020203" pitchFamily="34" charset="0"/>
              </a:rPr>
              <a:t> </a:t>
            </a:r>
            <a:r>
              <a:rPr lang="en-US" sz="1800" b="1" err="1">
                <a:latin typeface="Segoe UI" panose="020B0502040204020203" pitchFamily="34" charset="0"/>
                <a:cs typeface="Segoe UI" panose="020B0502040204020203" pitchFamily="34" charset="0"/>
              </a:rPr>
              <a:t>tên</a:t>
            </a:r>
            <a:r>
              <a:rPr lang="en-US" sz="1800">
                <a:latin typeface="Segoe UI" panose="020B0502040204020203" pitchFamily="34" charset="0"/>
                <a:cs typeface="Segoe UI" panose="020B0502040204020203" pitchFamily="34" charset="0"/>
              </a:rPr>
              <a:t>.</a:t>
            </a:r>
          </a:p>
        </p:txBody>
      </p:sp>
      <p:pic>
        <p:nvPicPr>
          <p:cNvPr id="28674" name="Picture 2" descr="A computer screen shot of a computer code&#10;&#10;Description automatically generated">
            <a:extLst>
              <a:ext uri="{FF2B5EF4-FFF2-40B4-BE49-F238E27FC236}">
                <a16:creationId xmlns:a16="http://schemas.microsoft.com/office/drawing/2014/main" id="{BDB5A581-4B4C-D76E-A6FE-04A2468EC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952510"/>
            <a:ext cx="7704000" cy="2238692"/>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descr="A black and white text on a black box&#10;&#10;Description automatically generated">
            <a:extLst>
              <a:ext uri="{FF2B5EF4-FFF2-40B4-BE49-F238E27FC236}">
                <a16:creationId xmlns:a16="http://schemas.microsoft.com/office/drawing/2014/main" id="{35C50B38-43B5-3566-0C28-BA6E893CE3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763965"/>
            <a:ext cx="3116580" cy="93420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735EE5B-8170-771E-4FB8-EBD0EEADE484}"/>
              </a:ext>
            </a:extLst>
          </p:cNvPr>
          <p:cNvSpPr>
            <a:spLocks noGrp="1"/>
          </p:cNvSpPr>
          <p:nvPr>
            <p:ph type="sldNum" sz="quarter" idx="12"/>
          </p:nvPr>
        </p:nvSpPr>
        <p:spPr/>
        <p:txBody>
          <a:bodyPr/>
          <a:lstStyle/>
          <a:p>
            <a:fld id="{CF8920F0-685D-4D8A-A9EF-3EE1A60245BD}" type="slidenum">
              <a:rPr lang="en-US" smtClean="0"/>
              <a:t>46</a:t>
            </a:fld>
            <a:endParaRPr lang="en-US"/>
          </a:p>
        </p:txBody>
      </p:sp>
      <p:sp>
        <p:nvSpPr>
          <p:cNvPr id="5" name="Google Shape;809;p48">
            <a:extLst>
              <a:ext uri="{FF2B5EF4-FFF2-40B4-BE49-F238E27FC236}">
                <a16:creationId xmlns:a16="http://schemas.microsoft.com/office/drawing/2014/main" id="{C3EA5ED5-72A2-9D98-D481-6F01AFDE2F62}"/>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1792804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5D61B119-6C70-6083-F018-A40D1872B25E}"/>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E2469D82-DEA2-EC98-B7A2-87763432F08D}"/>
              </a:ext>
            </a:extLst>
          </p:cNvPr>
          <p:cNvSpPr txBox="1">
            <a:spLocks noGrp="1"/>
          </p:cNvSpPr>
          <p:nvPr>
            <p:ph type="body" idx="1"/>
          </p:nvPr>
        </p:nvSpPr>
        <p:spPr>
          <a:xfrm>
            <a:off x="720000" y="1203199"/>
            <a:ext cx="7704000" cy="6702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a:t>
            </a:r>
            <a:r>
              <a:rPr lang="vi-VN" sz="1800" b="1">
                <a:latin typeface="Segoe UI" panose="020B0502040204020203" pitchFamily="34" charset="0"/>
                <a:cs typeface="Segoe UI" panose="020B0502040204020203" pitchFamily="34" charset="0"/>
              </a:rPr>
              <a:t>Username</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thay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cho</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Email</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không sử dụng email vì dữ liệu chỉ lưu ở local, ngoài ra thêm các ràng buộc như: không sử dụng khoảng trắng, không có ký tự lạ,…</a:t>
            </a:r>
            <a:endParaRPr lang="en-US" sz="1800">
              <a:latin typeface="Segoe UI" panose="020B0502040204020203" pitchFamily="34" charset="0"/>
              <a:cs typeface="Segoe UI" panose="020B0502040204020203" pitchFamily="34" charset="0"/>
            </a:endParaRPr>
          </a:p>
        </p:txBody>
      </p:sp>
      <p:pic>
        <p:nvPicPr>
          <p:cNvPr id="27650" name="Picture 2" descr="A screen shot of a computer&#10;&#10;Description automatically generated">
            <a:extLst>
              <a:ext uri="{FF2B5EF4-FFF2-40B4-BE49-F238E27FC236}">
                <a16:creationId xmlns:a16="http://schemas.microsoft.com/office/drawing/2014/main" id="{68803F90-4624-DF7F-3185-3C1907B9F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2298933"/>
            <a:ext cx="7704000" cy="1465376"/>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A computer screen shot of a computer screen&#10;&#10;Description automatically generated">
            <a:extLst>
              <a:ext uri="{FF2B5EF4-FFF2-40B4-BE49-F238E27FC236}">
                <a16:creationId xmlns:a16="http://schemas.microsoft.com/office/drawing/2014/main" id="{C2F42A56-DCC6-17EA-3057-54333D1927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1452" y="2974902"/>
            <a:ext cx="4295775" cy="136966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60A97B4-B4B1-1502-4E8A-5AFCA549ED56}"/>
              </a:ext>
            </a:extLst>
          </p:cNvPr>
          <p:cNvSpPr>
            <a:spLocks noGrp="1"/>
          </p:cNvSpPr>
          <p:nvPr>
            <p:ph type="sldNum" sz="quarter" idx="12"/>
          </p:nvPr>
        </p:nvSpPr>
        <p:spPr/>
        <p:txBody>
          <a:bodyPr/>
          <a:lstStyle/>
          <a:p>
            <a:fld id="{CF8920F0-685D-4D8A-A9EF-3EE1A60245BD}" type="slidenum">
              <a:rPr lang="en-US" smtClean="0"/>
              <a:t>47</a:t>
            </a:fld>
            <a:endParaRPr lang="en-US"/>
          </a:p>
        </p:txBody>
      </p:sp>
      <p:sp>
        <p:nvSpPr>
          <p:cNvPr id="4" name="Google Shape;809;p48">
            <a:extLst>
              <a:ext uri="{FF2B5EF4-FFF2-40B4-BE49-F238E27FC236}">
                <a16:creationId xmlns:a16="http://schemas.microsoft.com/office/drawing/2014/main" id="{811DF122-CFA3-6A50-7727-F412CDE80DBB}"/>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5686417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95B773AA-2A3C-340A-B88C-34F4458C05A1}"/>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6647EE33-27BF-8A1E-C77B-0877FFF38029}"/>
              </a:ext>
            </a:extLst>
          </p:cNvPr>
          <p:cNvSpPr txBox="1">
            <a:spLocks noGrp="1"/>
          </p:cNvSpPr>
          <p:nvPr>
            <p:ph type="body" idx="1"/>
          </p:nvPr>
        </p:nvSpPr>
        <p:spPr>
          <a:xfrm>
            <a:off x="720000" y="1203199"/>
            <a:ext cx="7704000" cy="6702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Segoe UI" panose="020B0502040204020203" pitchFamily="34" charset="0"/>
                <a:cs typeface="Segoe UI" panose="020B0502040204020203" pitchFamily="34" charset="0"/>
              </a:rPr>
              <a:t>S</a:t>
            </a:r>
            <a:r>
              <a:rPr lang="vi-VN" sz="1800">
                <a:latin typeface="Segoe UI" panose="020B0502040204020203" pitchFamily="34" charset="0"/>
                <a:cs typeface="Segoe UI" panose="020B0502040204020203" pitchFamily="34" charset="0"/>
              </a:rPr>
              <a:t>ử dụng </a:t>
            </a:r>
            <a:r>
              <a:rPr lang="vi-VN" sz="1800" b="1">
                <a:latin typeface="Segoe UI" panose="020B0502040204020203" pitchFamily="34" charset="0"/>
                <a:cs typeface="Segoe UI" panose="020B0502040204020203" pitchFamily="34" charset="0"/>
              </a:rPr>
              <a:t>Bcrypt </a:t>
            </a:r>
            <a:r>
              <a:rPr lang="en-US" sz="1800" err="1">
                <a:latin typeface="Segoe UI" panose="020B0502040204020203" pitchFamily="34" charset="0"/>
                <a:cs typeface="Segoe UI" panose="020B0502040204020203" pitchFamily="34" charset="0"/>
              </a:rPr>
              <a:t>cho</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mật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khẩu</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và lưu vào CSDL (đề cập</a:t>
            </a:r>
            <a:r>
              <a:rPr lang="en-US" sz="1800">
                <a:latin typeface="Segoe UI" panose="020B0502040204020203" pitchFamily="34" charset="0"/>
                <a:cs typeface="Segoe UI" panose="020B0502040204020203" pitchFamily="34" charset="0"/>
              </a:rPr>
              <a:t> ở M-2</a:t>
            </a:r>
            <a:r>
              <a:rPr lang="vi-VN" sz="1800">
                <a:latin typeface="Segoe UI" panose="020B0502040204020203" pitchFamily="34" charset="0"/>
                <a:cs typeface="Segoe UI" panose="020B0502040204020203" pitchFamily="34" charset="0"/>
              </a:rPr>
              <a: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đồng thời thêm hàm </a:t>
            </a:r>
            <a:r>
              <a:rPr lang="vi-VN" sz="1800" b="1">
                <a:latin typeface="Segoe UI" panose="020B0502040204020203" pitchFamily="34" charset="0"/>
                <a:cs typeface="Segoe UI" panose="020B0502040204020203" pitchFamily="34" charset="0"/>
              </a:rPr>
              <a:t>PasswordHelper</a:t>
            </a:r>
            <a:r>
              <a:rPr lang="vi-VN" sz="1800">
                <a:latin typeface="Segoe UI" panose="020B0502040204020203" pitchFamily="34" charset="0"/>
                <a:cs typeface="Segoe UI" panose="020B0502040204020203" pitchFamily="34" charset="0"/>
              </a:rPr>
              <a:t> để kiểm tra độ an toàn của mật khẩu</a:t>
            </a:r>
            <a:r>
              <a:rPr lang="en-US" sz="1800">
                <a:latin typeface="Segoe UI" panose="020B0502040204020203" pitchFamily="34" charset="0"/>
                <a:cs typeface="Segoe UI" panose="020B0502040204020203" pitchFamily="34" charset="0"/>
              </a:rPr>
              <a:t>.</a:t>
            </a:r>
          </a:p>
        </p:txBody>
      </p:sp>
      <p:pic>
        <p:nvPicPr>
          <p:cNvPr id="30722" name="Picture 2" descr="A computer screen with green text&#10;&#10;Description automatically generated">
            <a:extLst>
              <a:ext uri="{FF2B5EF4-FFF2-40B4-BE49-F238E27FC236}">
                <a16:creationId xmlns:a16="http://schemas.microsoft.com/office/drawing/2014/main" id="{2D38562B-E1AE-226D-6B47-4A2E2BBF7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930554"/>
            <a:ext cx="7704000" cy="2476635"/>
          </a:xfrm>
          <a:prstGeom prst="rect">
            <a:avLst/>
          </a:prstGeom>
          <a:noFill/>
          <a:extLst>
            <a:ext uri="{909E8E84-426E-40DD-AFC4-6F175D3DCCD1}">
              <a14:hiddenFill xmlns:a14="http://schemas.microsoft.com/office/drawing/2010/main">
                <a:solidFill>
                  <a:srgbClr val="FFFFFF"/>
                </a:solidFill>
              </a14:hiddenFill>
            </a:ext>
          </a:extLst>
        </p:spPr>
      </p:pic>
      <p:pic>
        <p:nvPicPr>
          <p:cNvPr id="30724" name="Picture 4" descr="A screen shot of a computer&#10;&#10;Description automatically generated">
            <a:extLst>
              <a:ext uri="{FF2B5EF4-FFF2-40B4-BE49-F238E27FC236}">
                <a16:creationId xmlns:a16="http://schemas.microsoft.com/office/drawing/2014/main" id="{751ABA0F-F690-4F1F-274B-7BD1A53C6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7280" y="3593154"/>
            <a:ext cx="3052762" cy="136270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FFC3964-C01B-3997-E947-60AD93B09A1A}"/>
              </a:ext>
            </a:extLst>
          </p:cNvPr>
          <p:cNvSpPr>
            <a:spLocks noGrp="1"/>
          </p:cNvSpPr>
          <p:nvPr>
            <p:ph type="sldNum" sz="quarter" idx="12"/>
          </p:nvPr>
        </p:nvSpPr>
        <p:spPr/>
        <p:txBody>
          <a:bodyPr/>
          <a:lstStyle/>
          <a:p>
            <a:fld id="{CF8920F0-685D-4D8A-A9EF-3EE1A60245BD}" type="slidenum">
              <a:rPr lang="en-US" smtClean="0"/>
              <a:t>48</a:t>
            </a:fld>
            <a:endParaRPr lang="en-US"/>
          </a:p>
        </p:txBody>
      </p:sp>
      <p:sp>
        <p:nvSpPr>
          <p:cNvPr id="5" name="Google Shape;809;p48">
            <a:extLst>
              <a:ext uri="{FF2B5EF4-FFF2-40B4-BE49-F238E27FC236}">
                <a16:creationId xmlns:a16="http://schemas.microsoft.com/office/drawing/2014/main" id="{54C89724-464E-A5B3-A156-9FBFD0C3BC18}"/>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8232541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262EDFCF-990A-F364-2E90-78207C37C405}"/>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C2AAACE3-DEC5-C2F4-BF61-7E44E1D59BF4}"/>
              </a:ext>
            </a:extLst>
          </p:cNvPr>
          <p:cNvSpPr txBox="1">
            <a:spLocks noGrp="1"/>
          </p:cNvSpPr>
          <p:nvPr>
            <p:ph type="body" idx="1"/>
          </p:nvPr>
        </p:nvSpPr>
        <p:spPr>
          <a:xfrm>
            <a:off x="720000" y="1203199"/>
            <a:ext cx="7704000" cy="2067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Cải thiện chất lượng dữ liệu đầu vào</a:t>
            </a:r>
            <a:r>
              <a:rPr lang="en-US" sz="2400">
                <a:latin typeface="Segoe UI" panose="020B0502040204020203" pitchFamily="34" charset="0"/>
                <a:cs typeface="Segoe UI" panose="020B0502040204020203" pitchFamily="34" charset="0"/>
              </a:rPr>
              <a:t>.</a:t>
            </a:r>
            <a:endParaRPr lang="vi-VN"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Giảm nguy cơ sử dụng thông tin không xác thực</a:t>
            </a:r>
            <a:r>
              <a:rPr lang="en-US" sz="2400">
                <a:latin typeface="Segoe UI" panose="020B0502040204020203" pitchFamily="34" charset="0"/>
                <a:cs typeface="Segoe UI" panose="020B0502040204020203" pitchFamily="34" charset="0"/>
              </a:rPr>
              <a:t>.</a:t>
            </a:r>
            <a:endParaRPr lang="vi-VN"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Bảo vệ thông tin đăng nhập</a:t>
            </a:r>
            <a:r>
              <a:rPr lang="en-US" sz="2400">
                <a:latin typeface="Segoe UI" panose="020B0502040204020203" pitchFamily="34" charset="0"/>
                <a:cs typeface="Segoe UI" panose="020B0502040204020203" pitchFamily="34" charset="0"/>
              </a:rPr>
              <a:t>.</a:t>
            </a:r>
            <a:endParaRPr lang="vi-VN" sz="2400">
              <a:latin typeface="Segoe UI" panose="020B0502040204020203" pitchFamily="34" charset="0"/>
              <a:cs typeface="Segoe UI" panose="020B0502040204020203" pitchFamily="34" charset="0"/>
            </a:endParaRPr>
          </a:p>
          <a:p>
            <a:pPr marL="342900" indent="-342900"/>
            <a:r>
              <a:rPr lang="vi-VN" sz="2400">
                <a:latin typeface="Segoe UI" panose="020B0502040204020203" pitchFamily="34" charset="0"/>
                <a:cs typeface="Segoe UI" panose="020B0502040204020203" pitchFamily="34" charset="0"/>
              </a:rPr>
              <a:t>Tăng độ tin cậy của ứng dụng</a:t>
            </a:r>
            <a:r>
              <a:rPr lang="en-US" sz="2400">
                <a:latin typeface="Segoe UI" panose="020B0502040204020203" pitchFamily="34" charset="0"/>
                <a:cs typeface="Segoe UI" panose="020B0502040204020203" pitchFamily="34" charset="0"/>
              </a:rPr>
              <a:t>.</a:t>
            </a:r>
          </a:p>
        </p:txBody>
      </p:sp>
      <p:sp>
        <p:nvSpPr>
          <p:cNvPr id="3" name="Slide Number Placeholder 2">
            <a:extLst>
              <a:ext uri="{FF2B5EF4-FFF2-40B4-BE49-F238E27FC236}">
                <a16:creationId xmlns:a16="http://schemas.microsoft.com/office/drawing/2014/main" id="{0804E5CB-3C22-5A98-05AD-4CE03FEBEC3A}"/>
              </a:ext>
            </a:extLst>
          </p:cNvPr>
          <p:cNvSpPr>
            <a:spLocks noGrp="1"/>
          </p:cNvSpPr>
          <p:nvPr>
            <p:ph type="sldNum" sz="quarter" idx="12"/>
          </p:nvPr>
        </p:nvSpPr>
        <p:spPr/>
        <p:txBody>
          <a:bodyPr/>
          <a:lstStyle/>
          <a:p>
            <a:fld id="{CF8920F0-685D-4D8A-A9EF-3EE1A60245BD}" type="slidenum">
              <a:rPr lang="en-US" smtClean="0"/>
              <a:t>49</a:t>
            </a:fld>
            <a:endParaRPr lang="en-US"/>
          </a:p>
        </p:txBody>
      </p:sp>
      <p:sp>
        <p:nvSpPr>
          <p:cNvPr id="5" name="Google Shape;809;p48">
            <a:extLst>
              <a:ext uri="{FF2B5EF4-FFF2-40B4-BE49-F238E27FC236}">
                <a16:creationId xmlns:a16="http://schemas.microsoft.com/office/drawing/2014/main" id="{999453DE-2FF4-1730-B2C8-C9196B7F8559}"/>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7676382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37C0E26E-0DEC-719D-C14D-92265F0FAFCB}"/>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3E181263-383E-011E-ED78-F6336FE8C57F}"/>
              </a:ext>
            </a:extLst>
          </p:cNvPr>
          <p:cNvSpPr txBox="1">
            <a:spLocks noGrp="1"/>
          </p:cNvSpPr>
          <p:nvPr>
            <p:ph type="body" idx="1"/>
          </p:nvPr>
        </p:nvSpPr>
        <p:spPr>
          <a:xfrm>
            <a:off x="720000" y="1203200"/>
            <a:ext cx="7704000" cy="24097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Lỗ hổng </a:t>
            </a:r>
            <a:r>
              <a:rPr lang="vi-VN" sz="2000" b="1">
                <a:latin typeface="Segoe UI" panose="020B0502040204020203" pitchFamily="34" charset="0"/>
                <a:cs typeface="Segoe UI" panose="020B0502040204020203" pitchFamily="34" charset="0"/>
              </a:rPr>
              <a:t>Insecure Authentication </a:t>
            </a:r>
            <a:r>
              <a:rPr lang="vi-VN" sz="2000">
                <a:latin typeface="Segoe UI" panose="020B0502040204020203" pitchFamily="34" charset="0"/>
                <a:cs typeface="Segoe UI" panose="020B0502040204020203" pitchFamily="34" charset="0"/>
              </a:rPr>
              <a:t>có thể được khắc phục bằng cách:</a:t>
            </a:r>
          </a:p>
          <a:p>
            <a:pPr marL="342900" indent="-342900"/>
            <a:r>
              <a:rPr lang="vi-VN" sz="2000">
                <a:latin typeface="Segoe UI" panose="020B0502040204020203" pitchFamily="34" charset="0"/>
                <a:cs typeface="Segoe UI" panose="020B0502040204020203" pitchFamily="34" charset="0"/>
              </a:rPr>
              <a:t>Ràng buộc và chuẩn hóa dữ liệu đầu vào để cải thiện tính nhất quán và giảm nguy cơ khai thác thông tin không an toàn.</a:t>
            </a:r>
          </a:p>
          <a:p>
            <a:pPr marL="342900" indent="-342900"/>
            <a:r>
              <a:rPr lang="vi-VN" sz="2000">
                <a:latin typeface="Segoe UI" panose="020B0502040204020203" pitchFamily="34" charset="0"/>
                <a:cs typeface="Segoe UI" panose="020B0502040204020203" pitchFamily="34" charset="0"/>
              </a:rPr>
              <a:t>Sử dụng thuật toán bảo mật như Bcrypt để hash mật khẩu và tích hợp cơ chế kiểm tra độ mạnh của mật khẩu.</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260A3921-7282-9E76-7C4F-429792192401}"/>
              </a:ext>
            </a:extLst>
          </p:cNvPr>
          <p:cNvSpPr>
            <a:spLocks noGrp="1"/>
          </p:cNvSpPr>
          <p:nvPr>
            <p:ph type="sldNum" sz="quarter" idx="12"/>
          </p:nvPr>
        </p:nvSpPr>
        <p:spPr/>
        <p:txBody>
          <a:bodyPr/>
          <a:lstStyle/>
          <a:p>
            <a:fld id="{CF8920F0-685D-4D8A-A9EF-3EE1A60245BD}" type="slidenum">
              <a:rPr lang="en-US" smtClean="0"/>
              <a:t>50</a:t>
            </a:fld>
            <a:endParaRPr lang="en-US"/>
          </a:p>
        </p:txBody>
      </p:sp>
      <p:sp>
        <p:nvSpPr>
          <p:cNvPr id="5" name="Google Shape;809;p48">
            <a:extLst>
              <a:ext uri="{FF2B5EF4-FFF2-40B4-BE49-F238E27FC236}">
                <a16:creationId xmlns:a16="http://schemas.microsoft.com/office/drawing/2014/main" id="{9AEB77F2-FEB0-D7B2-3353-1EDAB74EFBA2}"/>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41761537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FB42E7B5-EC0B-6F60-9A1A-3BFC3E964BF6}"/>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3EFF1CD2-A727-1267-CC83-48B723781AD8}"/>
              </a:ext>
            </a:extLst>
          </p:cNvPr>
          <p:cNvSpPr txBox="1">
            <a:spLocks noGrp="1"/>
          </p:cNvSpPr>
          <p:nvPr>
            <p:ph type="title"/>
          </p:nvPr>
        </p:nvSpPr>
        <p:spPr>
          <a:xfrm>
            <a:off x="352082" y="1967872"/>
            <a:ext cx="4704941"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INSUFFICIENT CRYPTOGRAPHY </a:t>
            </a:r>
            <a:br>
              <a:rPr lang="en-US" sz="2400" dirty="0">
                <a:latin typeface="Segoe UI" panose="020B0502040204020203" pitchFamily="34" charset="0"/>
                <a:cs typeface="Segoe UI" panose="020B0502040204020203" pitchFamily="34" charset="0"/>
              </a:rPr>
            </a:br>
            <a:r>
              <a:rPr lang="en-US" sz="2400" dirty="0">
                <a:latin typeface="Segoe UI" panose="020B0502040204020203" pitchFamily="34" charset="0"/>
                <a:cs typeface="Segoe UI" panose="020B0502040204020203" pitchFamily="34" charset="0"/>
              </a:rPr>
              <a:t>(MÃ HÓA KHÔNG ĐỦ MẠNH) </a:t>
            </a:r>
          </a:p>
        </p:txBody>
      </p:sp>
      <p:sp>
        <p:nvSpPr>
          <p:cNvPr id="231" name="Google Shape;231;p30">
            <a:extLst>
              <a:ext uri="{FF2B5EF4-FFF2-40B4-BE49-F238E27FC236}">
                <a16:creationId xmlns:a16="http://schemas.microsoft.com/office/drawing/2014/main" id="{65D59D06-0408-ED9C-F021-9F4CF8E726A6}"/>
              </a:ext>
            </a:extLst>
          </p:cNvPr>
          <p:cNvSpPr txBox="1">
            <a:spLocks noGrp="1"/>
          </p:cNvSpPr>
          <p:nvPr>
            <p:ph type="title" idx="2"/>
          </p:nvPr>
        </p:nvSpPr>
        <p:spPr>
          <a:xfrm>
            <a:off x="352083"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M-5</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AE8FB9A6-6A74-1015-886C-8B5535333C03}"/>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7A15B6A9-9547-BA9C-0906-362B30B78C0D}"/>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B62B5B21-E58D-2CAC-0A8B-B897FFD4D57C}"/>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C2AAA5C1-713E-1F51-543F-33FF7F06A6C0}"/>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3251340B-3A40-F502-8DF8-41EDFFBAF401}"/>
              </a:ext>
            </a:extLst>
          </p:cNvPr>
          <p:cNvSpPr>
            <a:spLocks noGrp="1"/>
          </p:cNvSpPr>
          <p:nvPr>
            <p:ph type="sldNum" sz="quarter" idx="12"/>
          </p:nvPr>
        </p:nvSpPr>
        <p:spPr/>
        <p:txBody>
          <a:bodyPr/>
          <a:lstStyle/>
          <a:p>
            <a:fld id="{CF8920F0-685D-4D8A-A9EF-3EE1A60245BD}" type="slidenum">
              <a:rPr lang="en-US" smtClean="0"/>
              <a:t>51</a:t>
            </a:fld>
            <a:endParaRPr lang="en-US"/>
          </a:p>
        </p:txBody>
      </p:sp>
      <p:pic>
        <p:nvPicPr>
          <p:cNvPr id="7" name="Picture 6">
            <a:extLst>
              <a:ext uri="{FF2B5EF4-FFF2-40B4-BE49-F238E27FC236}">
                <a16:creationId xmlns:a16="http://schemas.microsoft.com/office/drawing/2014/main" id="{C1B40586-84E0-712F-46FC-0EBC2097341D}"/>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6372693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2DC47B9E-2777-CF88-2861-A4E65C52DC8D}"/>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7E0A7816-09DE-7AB9-E93C-9C3E24B843CF}"/>
              </a:ext>
            </a:extLst>
          </p:cNvPr>
          <p:cNvSpPr txBox="1">
            <a:spLocks noGrp="1"/>
          </p:cNvSpPr>
          <p:nvPr>
            <p:ph type="body" idx="1"/>
          </p:nvPr>
        </p:nvSpPr>
        <p:spPr>
          <a:xfrm>
            <a:off x="720000" y="1203199"/>
            <a:ext cx="7704000" cy="6479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Segoe UI" panose="020B0502040204020203" pitchFamily="34" charset="0"/>
                <a:cs typeface="Segoe UI" panose="020B0502040204020203" pitchFamily="34" charset="0"/>
              </a:rPr>
              <a:t>Class </a:t>
            </a:r>
            <a:r>
              <a:rPr lang="en-US" sz="1800" b="1" err="1">
                <a:latin typeface="Segoe UI" panose="020B0502040204020203" pitchFamily="34" charset="0"/>
                <a:cs typeface="Segoe UI" panose="020B0502040204020203" pitchFamily="34" charset="0"/>
              </a:rPr>
              <a:t>CryptoHelper</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thuật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toán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hoá</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Caesar</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đây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là</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một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thuật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toán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mật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mã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học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cổ</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điển</a:t>
            </a:r>
            <a:r>
              <a:rPr lang="en-US" sz="1800">
                <a:latin typeface="Segoe UI" panose="020B0502040204020203" pitchFamily="34" charset="0"/>
                <a:cs typeface="Segoe UI" panose="020B0502040204020203" pitchFamily="34" charset="0"/>
              </a:rPr>
              <a:t> và </a:t>
            </a:r>
            <a:r>
              <a:rPr lang="en-US" sz="1800" err="1">
                <a:latin typeface="Segoe UI" panose="020B0502040204020203" pitchFamily="34" charset="0"/>
                <a:cs typeface="Segoe UI" panose="020B0502040204020203" pitchFamily="34" charset="0"/>
              </a:rPr>
              <a:t>không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còn</a:t>
            </a:r>
            <a:r>
              <a:rPr lang="en-US" sz="1800">
                <a:latin typeface="Segoe UI" panose="020B0502040204020203" pitchFamily="34" charset="0"/>
                <a:cs typeface="Segoe UI" panose="020B0502040204020203" pitchFamily="34" charset="0"/>
              </a:rPr>
              <a:t> an </a:t>
            </a:r>
            <a:r>
              <a:rPr lang="en-US" sz="1800" err="1">
                <a:latin typeface="Segoe UI" panose="020B0502040204020203" pitchFamily="34" charset="0"/>
                <a:cs typeface="Segoe UI" panose="020B0502040204020203" pitchFamily="34" charset="0"/>
              </a:rPr>
              <a:t>toàn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nữa</a:t>
            </a:r>
            <a:r>
              <a:rPr lang="en-US" sz="1800">
                <a:latin typeface="Segoe UI" panose="020B0502040204020203" pitchFamily="34" charset="0"/>
                <a:cs typeface="Segoe UI" panose="020B0502040204020203" pitchFamily="34" charset="0"/>
              </a:rPr>
              <a:t>.</a:t>
            </a:r>
          </a:p>
        </p:txBody>
      </p:sp>
      <p:pic>
        <p:nvPicPr>
          <p:cNvPr id="35842" name="Picture 2" descr="A computer screen shot of a program&#10;&#10;Description automatically generated">
            <a:extLst>
              <a:ext uri="{FF2B5EF4-FFF2-40B4-BE49-F238E27FC236}">
                <a16:creationId xmlns:a16="http://schemas.microsoft.com/office/drawing/2014/main" id="{2AF33DED-392F-D6E1-32DE-70664C7EDC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3742"/>
          <a:stretch/>
        </p:blipFill>
        <p:spPr bwMode="auto">
          <a:xfrm>
            <a:off x="720000" y="2036575"/>
            <a:ext cx="3852000" cy="2069352"/>
          </a:xfrm>
          <a:prstGeom prst="rect">
            <a:avLst/>
          </a:prstGeom>
          <a:noFill/>
          <a:extLst>
            <a:ext uri="{909E8E84-426E-40DD-AFC4-6F175D3DCCD1}">
              <a14:hiddenFill xmlns:a14="http://schemas.microsoft.com/office/drawing/2010/main">
                <a:solidFill>
                  <a:srgbClr val="FFFFFF"/>
                </a:solidFill>
              </a14:hiddenFill>
            </a:ext>
          </a:extLst>
        </p:spPr>
      </p:pic>
      <p:pic>
        <p:nvPicPr>
          <p:cNvPr id="35844" name="Picture 4" descr="A computer screen shot of a program&#10;&#10;Description automatically generated">
            <a:extLst>
              <a:ext uri="{FF2B5EF4-FFF2-40B4-BE49-F238E27FC236}">
                <a16:creationId xmlns:a16="http://schemas.microsoft.com/office/drawing/2014/main" id="{E30651F7-E4E2-79CC-32C1-16753B7ACA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912"/>
          <a:stretch/>
        </p:blipFill>
        <p:spPr bwMode="auto">
          <a:xfrm>
            <a:off x="4572000" y="2036576"/>
            <a:ext cx="4006558" cy="206935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E41A2F6-CD5F-2DC0-D61D-D07FEE90C902}"/>
              </a:ext>
            </a:extLst>
          </p:cNvPr>
          <p:cNvSpPr>
            <a:spLocks noGrp="1"/>
          </p:cNvSpPr>
          <p:nvPr>
            <p:ph type="sldNum" sz="quarter" idx="12"/>
          </p:nvPr>
        </p:nvSpPr>
        <p:spPr/>
        <p:txBody>
          <a:bodyPr/>
          <a:lstStyle/>
          <a:p>
            <a:fld id="{CF8920F0-685D-4D8A-A9EF-3EE1A60245BD}" type="slidenum">
              <a:rPr lang="en-US" smtClean="0"/>
              <a:t>52</a:t>
            </a:fld>
            <a:endParaRPr lang="en-US"/>
          </a:p>
        </p:txBody>
      </p:sp>
      <p:sp>
        <p:nvSpPr>
          <p:cNvPr id="6" name="Google Shape;809;p48">
            <a:extLst>
              <a:ext uri="{FF2B5EF4-FFF2-40B4-BE49-F238E27FC236}">
                <a16:creationId xmlns:a16="http://schemas.microsoft.com/office/drawing/2014/main" id="{8689C7B0-9285-1593-7A5C-E053A5F37BA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6009513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7301FBC1-318E-3AE3-DF13-07DF3EE81009}"/>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F14ACAB-F079-F013-D610-376D23C21398}"/>
              </a:ext>
            </a:extLst>
          </p:cNvPr>
          <p:cNvSpPr txBox="1">
            <a:spLocks noGrp="1"/>
          </p:cNvSpPr>
          <p:nvPr>
            <p:ph type="body" idx="1"/>
          </p:nvPr>
        </p:nvSpPr>
        <p:spPr>
          <a:xfrm>
            <a:off x="720000" y="1203199"/>
            <a:ext cx="7704000" cy="8114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Sử</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dụng</a:t>
            </a:r>
            <a:r>
              <a:rPr lang="en-US" sz="1800">
                <a:latin typeface="Segoe UI" panose="020B0502040204020203" pitchFamily="34" charset="0"/>
                <a:cs typeface="Segoe UI" panose="020B0502040204020203" pitchFamily="34" charset="0"/>
              </a:rPr>
              <a:t> tool online để decrypt </a:t>
            </a:r>
            <a:r>
              <a:rPr lang="en-US" sz="1800" err="1">
                <a:latin typeface="Segoe UI" panose="020B0502040204020203" pitchFamily="34" charset="0"/>
                <a:cs typeface="Segoe UI" panose="020B0502040204020203" pitchFamily="34" charset="0"/>
              </a:rPr>
              <a:t>dữ</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liệu</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tìm</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được</a:t>
            </a:r>
            <a:r>
              <a:rPr lang="en-US" sz="1800">
                <a:latin typeface="Segoe UI" panose="020B0502040204020203" pitchFamily="34" charset="0"/>
                <a:cs typeface="Segoe UI" panose="020B0502040204020203" pitchFamily="34" charset="0"/>
              </a:rPr>
              <a:t> trong file database ta </a:t>
            </a:r>
            <a:r>
              <a:rPr lang="en-US" sz="1800" err="1">
                <a:latin typeface="Segoe UI" panose="020B0502040204020203" pitchFamily="34" charset="0"/>
                <a:cs typeface="Segoe UI" panose="020B0502040204020203" pitchFamily="34" charset="0"/>
              </a:rPr>
              <a:t>thấy</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được</a:t>
            </a:r>
            <a:r>
              <a:rPr lang="en-US" sz="1800">
                <a:latin typeface="Segoe UI" panose="020B0502040204020203" pitchFamily="34" charset="0"/>
                <a:cs typeface="Segoe UI" panose="020B0502040204020203" pitchFamily="34" charset="0"/>
              </a:rPr>
              <a:t> note </a:t>
            </a:r>
            <a:r>
              <a:rPr lang="en-US" sz="1800" err="1">
                <a:latin typeface="Segoe UI" panose="020B0502040204020203" pitchFamily="34" charset="0"/>
                <a:cs typeface="Segoe UI" panose="020B0502040204020203" pitchFamily="34" charset="0"/>
              </a:rPr>
              <a:t>của</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người</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dùng</a:t>
            </a:r>
            <a:r>
              <a:rPr lang="en-US" sz="1800">
                <a:latin typeface="Segoe UI" panose="020B0502040204020203" pitchFamily="34" charset="0"/>
                <a:cs typeface="Segoe UI" panose="020B0502040204020203" pitchFamily="34" charset="0"/>
              </a:rPr>
              <a:t>.</a:t>
            </a:r>
          </a:p>
        </p:txBody>
      </p:sp>
      <p:pic>
        <p:nvPicPr>
          <p:cNvPr id="34820" name="Picture 4" descr="A screenshot of a computer&#10;&#10;Description automatically generated">
            <a:extLst>
              <a:ext uri="{FF2B5EF4-FFF2-40B4-BE49-F238E27FC236}">
                <a16:creationId xmlns:a16="http://schemas.microsoft.com/office/drawing/2014/main" id="{51083CDA-C50A-44F2-F83B-469D60CFE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988608"/>
            <a:ext cx="7704000" cy="21761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6629B47-1CF1-0AFE-0A90-EDEC54AC1D51}"/>
              </a:ext>
            </a:extLst>
          </p:cNvPr>
          <p:cNvSpPr>
            <a:spLocks noGrp="1"/>
          </p:cNvSpPr>
          <p:nvPr>
            <p:ph type="sldNum" sz="quarter" idx="12"/>
          </p:nvPr>
        </p:nvSpPr>
        <p:spPr/>
        <p:txBody>
          <a:bodyPr/>
          <a:lstStyle/>
          <a:p>
            <a:fld id="{CF8920F0-685D-4D8A-A9EF-3EE1A60245BD}" type="slidenum">
              <a:rPr lang="en-US" smtClean="0"/>
              <a:t>53</a:t>
            </a:fld>
            <a:endParaRPr lang="en-US"/>
          </a:p>
        </p:txBody>
      </p:sp>
      <p:sp>
        <p:nvSpPr>
          <p:cNvPr id="8" name="Google Shape;809;p48">
            <a:extLst>
              <a:ext uri="{FF2B5EF4-FFF2-40B4-BE49-F238E27FC236}">
                <a16:creationId xmlns:a16="http://schemas.microsoft.com/office/drawing/2014/main" id="{E1F634B7-D342-B2F1-FEE6-8B7E1AB2620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2931522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8CBCC370-7135-C9BC-9614-8FA00543A2E6}"/>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263EBAD-93E5-8723-D112-E3D17A820EDB}"/>
              </a:ext>
            </a:extLst>
          </p:cNvPr>
          <p:cNvSpPr txBox="1">
            <a:spLocks noGrp="1"/>
          </p:cNvSpPr>
          <p:nvPr>
            <p:ph type="body" idx="1"/>
          </p:nvPr>
        </p:nvSpPr>
        <p:spPr>
          <a:xfrm>
            <a:off x="720000" y="1203199"/>
            <a:ext cx="7704000" cy="6702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Segoe UI" panose="020B0502040204020203" pitchFamily="34" charset="0"/>
                <a:cs typeface="Segoe UI" panose="020B0502040204020203" pitchFamily="34" charset="0"/>
              </a:rPr>
              <a:t>S</a:t>
            </a:r>
            <a:r>
              <a:rPr lang="vi-VN" sz="1800">
                <a:latin typeface="Segoe UI" panose="020B0502040204020203" pitchFamily="34" charset="0"/>
                <a:cs typeface="Segoe UI" panose="020B0502040204020203" pitchFamily="34" charset="0"/>
              </a:rPr>
              <a:t>ử dụng thuật toán mạnh mẽ như </a:t>
            </a:r>
            <a:r>
              <a:rPr lang="vi-VN" sz="1800" b="1">
                <a:latin typeface="Segoe UI" panose="020B0502040204020203" pitchFamily="34" charset="0"/>
                <a:cs typeface="Segoe UI" panose="020B0502040204020203" pitchFamily="34" charset="0"/>
              </a:rPr>
              <a:t>AES-GCM-256</a:t>
            </a:r>
            <a:r>
              <a:rPr lang="en-US" sz="1800">
                <a:latin typeface="Segoe UI" panose="020B0502040204020203" pitchFamily="34" charset="0"/>
                <a:cs typeface="Segoe UI" panose="020B0502040204020203" pitchFamily="34" charset="0"/>
              </a:rPr>
              <a:t> và </a:t>
            </a:r>
            <a:r>
              <a:rPr lang="vi-VN" sz="1800">
                <a:latin typeface="Segoe UI" panose="020B0502040204020203" pitchFamily="34" charset="0"/>
                <a:cs typeface="Segoe UI" panose="020B0502040204020203" pitchFamily="34" charset="0"/>
              </a:rPr>
              <a:t>lưu </a:t>
            </a:r>
            <a:r>
              <a:rPr lang="vi-VN" sz="1800" b="1">
                <a:latin typeface="Segoe UI" panose="020B0502040204020203" pitchFamily="34" charset="0"/>
                <a:cs typeface="Segoe UI" panose="020B0502040204020203" pitchFamily="34" charset="0"/>
              </a:rPr>
              <a:t>khóa</a:t>
            </a:r>
            <a:r>
              <a:rPr lang="en-US" sz="1800" b="1">
                <a:latin typeface="Segoe UI" panose="020B0502040204020203" pitchFamily="34" charset="0"/>
                <a:cs typeface="Segoe UI" panose="020B0502040204020203" pitchFamily="34" charset="0"/>
              </a:rPr>
              <a:t> AES </a:t>
            </a:r>
            <a:r>
              <a:rPr lang="vi-VN" sz="1800">
                <a:latin typeface="Segoe UI" panose="020B0502040204020203" pitchFamily="34" charset="0"/>
                <a:cs typeface="Segoe UI" panose="020B0502040204020203" pitchFamily="34" charset="0"/>
              </a:rPr>
              <a:t>vào</a:t>
            </a:r>
            <a:r>
              <a:rPr lang="en-US" sz="1800">
                <a:latin typeface="Segoe UI" panose="020B0502040204020203" pitchFamily="34" charset="0"/>
                <a:cs typeface="Segoe UI" panose="020B0502040204020203" pitchFamily="34" charset="0"/>
              </a:rPr>
              <a:t> </a:t>
            </a:r>
            <a:r>
              <a:rPr lang="vi-VN" sz="1800" b="1">
                <a:latin typeface="Segoe UI" panose="020B0502040204020203" pitchFamily="34" charset="0"/>
                <a:cs typeface="Segoe UI" panose="020B0502040204020203" pitchFamily="34" charset="0"/>
              </a:rPr>
              <a:t>Android Keystore</a:t>
            </a:r>
            <a:r>
              <a:rPr lang="en-US" sz="1800">
                <a:latin typeface="Segoe UI" panose="020B0502040204020203" pitchFamily="34" charset="0"/>
                <a:cs typeface="Segoe UI" panose="020B0502040204020203" pitchFamily="34" charset="0"/>
              </a:rPr>
              <a:t>.</a:t>
            </a:r>
          </a:p>
        </p:txBody>
      </p:sp>
      <p:pic>
        <p:nvPicPr>
          <p:cNvPr id="33794" name="Picture 2" descr="A screenshot of a computer&#10;&#10;Description automatically generated">
            <a:extLst>
              <a:ext uri="{FF2B5EF4-FFF2-40B4-BE49-F238E27FC236}">
                <a16:creationId xmlns:a16="http://schemas.microsoft.com/office/drawing/2014/main" id="{0A5D412F-FD44-BB70-7E5F-E01D09DD7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967438"/>
            <a:ext cx="7704000" cy="2247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3796" name="Picture 4" descr="A screenshot of a phone&#10;&#10;Description automatically generated">
            <a:extLst>
              <a:ext uri="{FF2B5EF4-FFF2-40B4-BE49-F238E27FC236}">
                <a16:creationId xmlns:a16="http://schemas.microsoft.com/office/drawing/2014/main" id="{E2C5649F-3DFB-AA69-3B74-2343A66915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1665" y="3229577"/>
            <a:ext cx="2306955" cy="16250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EDA726F-4FAD-D334-79E2-D9822C834D1B}"/>
              </a:ext>
            </a:extLst>
          </p:cNvPr>
          <p:cNvSpPr>
            <a:spLocks noGrp="1"/>
          </p:cNvSpPr>
          <p:nvPr>
            <p:ph type="sldNum" sz="quarter" idx="12"/>
          </p:nvPr>
        </p:nvSpPr>
        <p:spPr/>
        <p:txBody>
          <a:bodyPr/>
          <a:lstStyle/>
          <a:p>
            <a:fld id="{CF8920F0-685D-4D8A-A9EF-3EE1A60245BD}" type="slidenum">
              <a:rPr lang="en-US" smtClean="0"/>
              <a:t>54</a:t>
            </a:fld>
            <a:endParaRPr lang="en-US"/>
          </a:p>
        </p:txBody>
      </p:sp>
      <p:sp>
        <p:nvSpPr>
          <p:cNvPr id="5" name="Google Shape;809;p48">
            <a:extLst>
              <a:ext uri="{FF2B5EF4-FFF2-40B4-BE49-F238E27FC236}">
                <a16:creationId xmlns:a16="http://schemas.microsoft.com/office/drawing/2014/main" id="{A96140C1-99C4-DE14-54AF-C2F1C302C353}"/>
              </a:ext>
            </a:extLst>
          </p:cNvPr>
          <p:cNvSpPr txBox="1">
            <a:spLocks noGrp="1"/>
          </p:cNvSpPr>
          <p:nvPr>
            <p:ph type="title"/>
          </p:nvPr>
        </p:nvSpPr>
        <p:spPr>
          <a:xfrm>
            <a:off x="3634374" y="413741"/>
            <a:ext cx="1875251"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4060826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6C0C75D6-9FE6-F204-2D4B-DDB9C94BED09}"/>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4B3AD7CC-F2AF-DDB6-2041-5740F96C4D09}"/>
              </a:ext>
            </a:extLst>
          </p:cNvPr>
          <p:cNvSpPr txBox="1">
            <a:spLocks noGrp="1"/>
          </p:cNvSpPr>
          <p:nvPr>
            <p:ph type="body" idx="1"/>
          </p:nvPr>
        </p:nvSpPr>
        <p:spPr>
          <a:xfrm>
            <a:off x="720000" y="1203199"/>
            <a:ext cx="7704000" cy="2667761"/>
          </a:xfrm>
          <a:prstGeom prst="rect">
            <a:avLst/>
          </a:prstGeom>
        </p:spPr>
        <p:txBody>
          <a:bodyPr spcFirstLastPara="1" wrap="square" lIns="91425" tIns="91425" rIns="91425" bIns="91425" anchor="t" anchorCtr="0">
            <a:noAutofit/>
          </a:bodyPr>
          <a:lstStyle/>
          <a:p>
            <a:pPr marL="285750" indent="-285750"/>
            <a:endParaRPr lang="en-US" sz="1800">
              <a:latin typeface="Segoe UI" panose="020B0502040204020203" pitchFamily="34" charset="0"/>
              <a:cs typeface="Segoe UI" panose="020B0502040204020203" pitchFamily="34" charset="0"/>
            </a:endParaRPr>
          </a:p>
          <a:p>
            <a:pPr marL="285750" indent="-285750"/>
            <a:r>
              <a:rPr lang="vi-VN" sz="2000" b="1">
                <a:latin typeface="Segoe UI" panose="020B0502040204020203" pitchFamily="34" charset="0"/>
                <a:cs typeface="Segoe UI" panose="020B0502040204020203" pitchFamily="34" charset="0"/>
              </a:rPr>
              <a:t>Keystore</a:t>
            </a:r>
            <a:r>
              <a:rPr lang="vi-VN" sz="2000">
                <a:latin typeface="Segoe UI" panose="020B0502040204020203" pitchFamily="34" charset="0"/>
                <a:cs typeface="Segoe UI" panose="020B0502040204020203" pitchFamily="34" charset="0"/>
              </a:rPr>
              <a:t> lưu trữ các khóa bảo mật mà không để lộ chúng cho ứng dụng. </a:t>
            </a:r>
            <a:endParaRPr lang="en-US" sz="2000">
              <a:latin typeface="Segoe UI" panose="020B0502040204020203" pitchFamily="34" charset="0"/>
              <a:cs typeface="Segoe UI" panose="020B0502040204020203" pitchFamily="34" charset="0"/>
            </a:endParaRPr>
          </a:p>
          <a:p>
            <a:pPr marL="285750" indent="-285750"/>
            <a:r>
              <a:rPr lang="vi-VN" sz="2000">
                <a:latin typeface="Segoe UI" panose="020B0502040204020203" pitchFamily="34" charset="0"/>
                <a:cs typeface="Segoe UI" panose="020B0502040204020203" pitchFamily="34" charset="0"/>
              </a:rPr>
              <a:t>Dữ liệu được mã hóa bằng </a:t>
            </a:r>
            <a:r>
              <a:rPr lang="vi-VN" sz="2000" b="1">
                <a:latin typeface="Segoe UI" panose="020B0502040204020203" pitchFamily="34" charset="0"/>
                <a:cs typeface="Segoe UI" panose="020B0502040204020203" pitchFamily="34" charset="0"/>
              </a:rPr>
              <a:t>AES</a:t>
            </a:r>
            <a:r>
              <a:rPr lang="vi-VN" sz="2000">
                <a:latin typeface="Segoe UI" panose="020B0502040204020203" pitchFamily="34" charset="0"/>
                <a:cs typeface="Segoe UI" panose="020B0502040204020203" pitchFamily="34" charset="0"/>
              </a:rPr>
              <a:t> trong chế độ </a:t>
            </a:r>
            <a:r>
              <a:rPr lang="vi-VN" sz="2000" b="1">
                <a:latin typeface="Segoe UI" panose="020B0502040204020203" pitchFamily="34" charset="0"/>
                <a:cs typeface="Segoe UI" panose="020B0502040204020203" pitchFamily="34" charset="0"/>
              </a:rPr>
              <a:t>GCM</a:t>
            </a:r>
            <a:r>
              <a:rPr lang="vi-VN" sz="2000">
                <a:latin typeface="Segoe UI" panose="020B0502040204020203" pitchFamily="34" charset="0"/>
                <a:cs typeface="Segoe UI" panose="020B0502040204020203" pitchFamily="34" charset="0"/>
              </a:rPr>
              <a:t>  </a:t>
            </a:r>
            <a:endParaRPr lang="en-US" sz="2000">
              <a:latin typeface="Segoe UI" panose="020B0502040204020203" pitchFamily="34" charset="0"/>
              <a:cs typeface="Segoe UI" panose="020B0502040204020203" pitchFamily="34" charset="0"/>
            </a:endParaRPr>
          </a:p>
          <a:p>
            <a:pPr marL="285750" indent="-285750"/>
            <a:r>
              <a:rPr lang="vi-VN" sz="2000">
                <a:latin typeface="Segoe UI" panose="020B0502040204020203" pitchFamily="34" charset="0"/>
                <a:cs typeface="Segoe UI" panose="020B0502040204020203" pitchFamily="34" charset="0"/>
              </a:rPr>
              <a:t>Phương thức encrypt tạo </a:t>
            </a:r>
            <a:r>
              <a:rPr lang="vi-VN" sz="2000" b="1">
                <a:latin typeface="Segoe UI" panose="020B0502040204020203" pitchFamily="34" charset="0"/>
                <a:cs typeface="Segoe UI" panose="020B0502040204020203" pitchFamily="34" charset="0"/>
              </a:rPr>
              <a:t>IV ngẫu nhiên </a:t>
            </a:r>
            <a:r>
              <a:rPr lang="vi-VN" sz="2000">
                <a:latin typeface="Segoe UI" panose="020B0502040204020203" pitchFamily="34" charset="0"/>
                <a:cs typeface="Segoe UI" panose="020B0502040204020203" pitchFamily="34" charset="0"/>
              </a:rPr>
              <a:t>cho mỗi lần mã hóa để bảo mật cao hơn. IV được lưu kèm với dữ liệu mã hóa. </a:t>
            </a:r>
            <a:endParaRPr lang="en-US" sz="2000">
              <a:latin typeface="Segoe UI" panose="020B0502040204020203" pitchFamily="34" charset="0"/>
              <a:cs typeface="Segoe UI" panose="020B0502040204020203" pitchFamily="34" charset="0"/>
            </a:endParaRPr>
          </a:p>
          <a:p>
            <a:pPr marL="285750" indent="-285750"/>
            <a:r>
              <a:rPr lang="vi-VN" sz="2000">
                <a:latin typeface="Segoe UI" panose="020B0502040204020203" pitchFamily="34" charset="0"/>
                <a:cs typeface="Segoe UI" panose="020B0502040204020203" pitchFamily="34" charset="0"/>
              </a:rPr>
              <a:t>Phương thức decrypt để giải mã dữ liệu được load lên từ CSDL. </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73B675E7-192C-AC20-A7FD-6427775097BD}"/>
              </a:ext>
            </a:extLst>
          </p:cNvPr>
          <p:cNvSpPr>
            <a:spLocks noGrp="1"/>
          </p:cNvSpPr>
          <p:nvPr>
            <p:ph type="sldNum" sz="quarter" idx="12"/>
          </p:nvPr>
        </p:nvSpPr>
        <p:spPr/>
        <p:txBody>
          <a:bodyPr/>
          <a:lstStyle/>
          <a:p>
            <a:fld id="{CF8920F0-685D-4D8A-A9EF-3EE1A60245BD}" type="slidenum">
              <a:rPr lang="en-US" smtClean="0"/>
              <a:t>55</a:t>
            </a:fld>
            <a:endParaRPr lang="en-US"/>
          </a:p>
        </p:txBody>
      </p:sp>
      <p:sp>
        <p:nvSpPr>
          <p:cNvPr id="2" name="Google Shape;809;p48">
            <a:extLst>
              <a:ext uri="{FF2B5EF4-FFF2-40B4-BE49-F238E27FC236}">
                <a16:creationId xmlns:a16="http://schemas.microsoft.com/office/drawing/2014/main" id="{F2511301-5454-2BA7-9AF4-120CC46B413F}"/>
              </a:ext>
            </a:extLst>
          </p:cNvPr>
          <p:cNvSpPr txBox="1">
            <a:spLocks/>
          </p:cNvSpPr>
          <p:nvPr/>
        </p:nvSpPr>
        <p:spPr>
          <a:xfrm>
            <a:off x="3641463" y="334541"/>
            <a:ext cx="1861074" cy="6536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p>
        </p:txBody>
      </p:sp>
    </p:spTree>
    <p:extLst>
      <p:ext uri="{BB962C8B-B14F-4D97-AF65-F5344CB8AC3E}">
        <p14:creationId xmlns:p14="http://schemas.microsoft.com/office/powerpoint/2010/main" val="931036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339A6EF3-5CA3-0526-BDFE-3403D0803FDA}"/>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295BD003-7B48-6C1C-4279-7481FF4A2450}"/>
              </a:ext>
            </a:extLst>
          </p:cNvPr>
          <p:cNvSpPr txBox="1">
            <a:spLocks noGrp="1"/>
          </p:cNvSpPr>
          <p:nvPr>
            <p:ph type="body" idx="1"/>
          </p:nvPr>
        </p:nvSpPr>
        <p:spPr>
          <a:xfrm>
            <a:off x="720000" y="1203199"/>
            <a:ext cx="7704000" cy="28658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Bảo mật nâng cao </a:t>
            </a:r>
          </a:p>
          <a:p>
            <a:pPr marL="342900" indent="-342900"/>
            <a:r>
              <a:rPr lang="vi-VN" sz="2000">
                <a:latin typeface="Segoe UI" panose="020B0502040204020203" pitchFamily="34" charset="0"/>
                <a:cs typeface="Segoe UI" panose="020B0502040204020203" pitchFamily="34" charset="0"/>
              </a:rPr>
              <a:t>Mã hóa mạnh mẽ</a:t>
            </a:r>
            <a:r>
              <a:rPr lang="en-US" sz="2000">
                <a:latin typeface="Segoe UI" panose="020B0502040204020203" pitchFamily="34" charset="0"/>
                <a:cs typeface="Segoe UI" panose="020B0502040204020203" pitchFamily="34" charset="0"/>
              </a:rPr>
              <a:t> với </a:t>
            </a:r>
            <a:r>
              <a:rPr lang="vi-VN" sz="2000" b="1">
                <a:latin typeface="Segoe UI" panose="020B0502040204020203" pitchFamily="34" charset="0"/>
                <a:cs typeface="Segoe UI" panose="020B0502040204020203" pitchFamily="34" charset="0"/>
              </a:rPr>
              <a:t>AES-GCM-256</a:t>
            </a:r>
          </a:p>
          <a:p>
            <a:pPr marL="342900" indent="-342900"/>
            <a:r>
              <a:rPr lang="vi-VN" sz="2000">
                <a:latin typeface="Segoe UI" panose="020B0502040204020203" pitchFamily="34" charset="0"/>
                <a:cs typeface="Segoe UI" panose="020B0502040204020203" pitchFamily="34" charset="0"/>
              </a:rPr>
              <a:t>Đảm bảo tính toàn vẹn</a:t>
            </a:r>
            <a:r>
              <a:rPr lang="en-US" sz="2000">
                <a:latin typeface="Segoe UI" panose="020B0502040204020203" pitchFamily="34" charset="0"/>
                <a:cs typeface="Segoe UI" panose="020B0502040204020203" pitchFamily="34" charset="0"/>
              </a:rPr>
              <a:t> với </a:t>
            </a:r>
            <a:r>
              <a:rPr lang="en-US" sz="2000" err="1">
                <a:latin typeface="Segoe UI" panose="020B0502040204020203" pitchFamily="34" charset="0"/>
                <a:cs typeface="Segoe UI" panose="020B0502040204020203" pitchFamily="34" charset="0"/>
              </a:rPr>
              <a:t>chế</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độ </a:t>
            </a:r>
            <a:r>
              <a:rPr lang="vi-VN" sz="2000" b="1">
                <a:latin typeface="Segoe UI" panose="020B0502040204020203" pitchFamily="34" charset="0"/>
                <a:cs typeface="Segoe UI" panose="020B0502040204020203" pitchFamily="34" charset="0"/>
              </a:rPr>
              <a:t>GCM</a:t>
            </a:r>
            <a:endParaRPr lang="en-US" sz="2000" b="1">
              <a:latin typeface="Segoe UI" panose="020B0502040204020203" pitchFamily="34" charset="0"/>
              <a:cs typeface="Segoe UI" panose="020B0502040204020203" pitchFamily="34" charset="0"/>
            </a:endParaRPr>
          </a:p>
          <a:p>
            <a:pPr marL="342900" indent="-342900"/>
            <a:endParaRPr lang="vi-VN" sz="2000" b="1">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Quản lý khóa an toàn với </a:t>
            </a:r>
            <a:r>
              <a:rPr lang="vi-VN" sz="2000" b="1">
                <a:latin typeface="Segoe UI" panose="020B0502040204020203" pitchFamily="34" charset="0"/>
                <a:cs typeface="Segoe UI" panose="020B0502040204020203" pitchFamily="34" charset="0"/>
              </a:rPr>
              <a:t>Android Keystore </a:t>
            </a:r>
          </a:p>
          <a:p>
            <a:pPr marL="342900" indent="-342900"/>
            <a:r>
              <a:rPr lang="vi-VN" sz="2000">
                <a:latin typeface="Segoe UI" panose="020B0502040204020203" pitchFamily="34" charset="0"/>
                <a:cs typeface="Segoe UI" panose="020B0502040204020203" pitchFamily="34" charset="0"/>
              </a:rPr>
              <a:t>Tách biệt khóa mã hóa</a:t>
            </a:r>
          </a:p>
          <a:p>
            <a:pPr marL="342900" indent="-342900"/>
            <a:r>
              <a:rPr lang="vi-VN" sz="2000">
                <a:latin typeface="Segoe UI" panose="020B0502040204020203" pitchFamily="34" charset="0"/>
                <a:cs typeface="Segoe UI" panose="020B0502040204020203" pitchFamily="34" charset="0"/>
              </a:rPr>
              <a:t>Cách ly bảo mật</a:t>
            </a:r>
            <a:endParaRPr lang="en-US"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Chống trộm khóa</a:t>
            </a:r>
          </a:p>
        </p:txBody>
      </p:sp>
      <p:sp>
        <p:nvSpPr>
          <p:cNvPr id="3" name="Slide Number Placeholder 2">
            <a:extLst>
              <a:ext uri="{FF2B5EF4-FFF2-40B4-BE49-F238E27FC236}">
                <a16:creationId xmlns:a16="http://schemas.microsoft.com/office/drawing/2014/main" id="{DCF52383-FC83-C49E-6C3B-87F5C87A050D}"/>
              </a:ext>
            </a:extLst>
          </p:cNvPr>
          <p:cNvSpPr>
            <a:spLocks noGrp="1"/>
          </p:cNvSpPr>
          <p:nvPr>
            <p:ph type="sldNum" sz="quarter" idx="12"/>
          </p:nvPr>
        </p:nvSpPr>
        <p:spPr/>
        <p:txBody>
          <a:bodyPr/>
          <a:lstStyle/>
          <a:p>
            <a:fld id="{CF8920F0-685D-4D8A-A9EF-3EE1A60245BD}" type="slidenum">
              <a:rPr lang="en-US" smtClean="0"/>
              <a:t>56</a:t>
            </a:fld>
            <a:endParaRPr lang="en-US"/>
          </a:p>
        </p:txBody>
      </p:sp>
      <p:sp>
        <p:nvSpPr>
          <p:cNvPr id="5" name="Google Shape;809;p48">
            <a:extLst>
              <a:ext uri="{FF2B5EF4-FFF2-40B4-BE49-F238E27FC236}">
                <a16:creationId xmlns:a16="http://schemas.microsoft.com/office/drawing/2014/main" id="{866BCB65-5818-5493-5E30-83F9268408E5}"/>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651092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AB376C73-3584-FE0F-44CE-8AE6A06330F4}"/>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921076B1-79AD-C184-0972-4AAE829BC54C}"/>
              </a:ext>
            </a:extLst>
          </p:cNvPr>
          <p:cNvSpPr txBox="1">
            <a:spLocks noGrp="1"/>
          </p:cNvSpPr>
          <p:nvPr>
            <p:ph type="body" idx="1"/>
          </p:nvPr>
        </p:nvSpPr>
        <p:spPr>
          <a:xfrm>
            <a:off x="720000" y="1203199"/>
            <a:ext cx="7704000" cy="30106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6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Tăng cường khả năng quản lý dữ liệu </a:t>
            </a:r>
          </a:p>
          <a:p>
            <a:pPr marL="342900" indent="-342900"/>
            <a:r>
              <a:rPr lang="vi-VN" sz="2000">
                <a:latin typeface="Segoe UI" panose="020B0502040204020203" pitchFamily="34" charset="0"/>
                <a:cs typeface="Segoe UI" panose="020B0502040204020203" pitchFamily="34" charset="0"/>
              </a:rPr>
              <a:t>Tính duy nhất của khóa</a:t>
            </a:r>
            <a:r>
              <a:rPr lang="en-US" sz="2000">
                <a:latin typeface="Segoe UI" panose="020B0502040204020203" pitchFamily="34" charset="0"/>
                <a:cs typeface="Segoe UI" panose="020B0502040204020203" pitchFamily="34" charset="0"/>
              </a:rPr>
              <a:t> khi </a:t>
            </a:r>
            <a:r>
              <a:rPr lang="en-US" sz="2000" err="1">
                <a:latin typeface="Segoe UI" panose="020B0502040204020203" pitchFamily="34" charset="0"/>
                <a:cs typeface="Segoe UI" panose="020B0502040204020203" pitchFamily="34" charset="0"/>
              </a:rPr>
              <a:t>sử</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dụng</a:t>
            </a:r>
            <a:r>
              <a:rPr lang="en-US" sz="2000">
                <a:latin typeface="Segoe UI" panose="020B0502040204020203" pitchFamily="34" charset="0"/>
                <a:cs typeface="Segoe UI" panose="020B0502040204020203" pitchFamily="34" charset="0"/>
              </a:rPr>
              <a:t> </a:t>
            </a:r>
            <a:r>
              <a:rPr lang="en-US" sz="2000" b="1">
                <a:latin typeface="Segoe UI" panose="020B0502040204020203" pitchFamily="34" charset="0"/>
                <a:cs typeface="Segoe UI" panose="020B0502040204020203" pitchFamily="34" charset="0"/>
              </a:rPr>
              <a:t>username </a:t>
            </a:r>
            <a:r>
              <a:rPr lang="en-US" sz="2000" err="1">
                <a:latin typeface="Segoe UI" panose="020B0502040204020203" pitchFamily="34" charset="0"/>
                <a:cs typeface="Segoe UI" panose="020B0502040204020203" pitchFamily="34" charset="0"/>
              </a:rPr>
              <a:t>để</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tạo</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khóa</a:t>
            </a:r>
            <a:endParaRPr lang="en-US"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Khả năng mở rộng</a:t>
            </a:r>
            <a:r>
              <a:rPr lang="en-US" sz="2000">
                <a:latin typeface="Segoe UI" panose="020B0502040204020203" pitchFamily="34" charset="0"/>
                <a:cs typeface="Segoe UI" panose="020B0502040204020203" pitchFamily="34" charset="0"/>
              </a:rPr>
              <a:t> v</a:t>
            </a:r>
            <a:r>
              <a:rPr lang="vi-VN" sz="2000">
                <a:latin typeface="Segoe UI" panose="020B0502040204020203" pitchFamily="34" charset="0"/>
                <a:cs typeface="Segoe UI" panose="020B0502040204020203" pitchFamily="34" charset="0"/>
              </a:rPr>
              <a:t>ới phương thức</a:t>
            </a:r>
            <a:r>
              <a:rPr lang="vi-VN" sz="2000" b="1">
                <a:latin typeface="Segoe UI" panose="020B0502040204020203" pitchFamily="34" charset="0"/>
                <a:cs typeface="Segoe UI" panose="020B0502040204020203" pitchFamily="34" charset="0"/>
              </a:rPr>
              <a:t> createUserKey</a:t>
            </a:r>
          </a:p>
          <a:p>
            <a:pPr marL="342900" indent="-342900"/>
            <a:r>
              <a:rPr lang="vi-VN" sz="2000">
                <a:latin typeface="Segoe UI" panose="020B0502040204020203" pitchFamily="34" charset="0"/>
                <a:cs typeface="Segoe UI" panose="020B0502040204020203" pitchFamily="34" charset="0"/>
              </a:rPr>
              <a:t>Linh hoạt và bảo mật cao</a:t>
            </a:r>
            <a:r>
              <a:rPr lang="en-US" sz="2000">
                <a:latin typeface="Segoe UI" panose="020B0502040204020203" pitchFamily="34" charset="0"/>
                <a:cs typeface="Segoe UI" panose="020B0502040204020203" pitchFamily="34" charset="0"/>
              </a:rPr>
              <a:t> với </a:t>
            </a:r>
            <a:r>
              <a:rPr lang="en-US" sz="2000" b="1">
                <a:latin typeface="Segoe UI" panose="020B0502040204020203" pitchFamily="34" charset="0"/>
                <a:cs typeface="Segoe UI" panose="020B0502040204020203" pitchFamily="34" charset="0"/>
              </a:rPr>
              <a:t>IV </a:t>
            </a:r>
            <a:r>
              <a:rPr lang="en-US" sz="2000" b="1" err="1">
                <a:latin typeface="Segoe UI" panose="020B0502040204020203" pitchFamily="34" charset="0"/>
                <a:cs typeface="Segoe UI" panose="020B0502040204020203" pitchFamily="34" charset="0"/>
              </a:rPr>
              <a:t>ngẫu</a:t>
            </a:r>
            <a:r>
              <a:rPr lang="en-US" sz="2000" b="1">
                <a:latin typeface="Segoe UI" panose="020B0502040204020203" pitchFamily="34" charset="0"/>
                <a:cs typeface="Segoe UI" panose="020B0502040204020203" pitchFamily="34" charset="0"/>
              </a:rPr>
              <a:t> </a:t>
            </a:r>
            <a:r>
              <a:rPr lang="en-US" sz="2000" b="1" err="1">
                <a:latin typeface="Segoe UI" panose="020B0502040204020203" pitchFamily="34" charset="0"/>
                <a:cs typeface="Segoe UI" panose="020B0502040204020203" pitchFamily="34" charset="0"/>
              </a:rPr>
              <a:t>nhiên</a:t>
            </a:r>
            <a:r>
              <a:rPr lang="en-US" sz="2000" b="1">
                <a:latin typeface="Segoe UI" panose="020B0502040204020203" pitchFamily="34" charset="0"/>
                <a:cs typeface="Segoe UI" panose="020B0502040204020203" pitchFamily="34" charset="0"/>
              </a:rPr>
              <a:t> </a:t>
            </a:r>
            <a:r>
              <a:rPr lang="en-US" sz="2000">
                <a:latin typeface="Segoe UI" panose="020B0502040204020203" pitchFamily="34" charset="0"/>
                <a:cs typeface="Segoe UI" panose="020B0502040204020203" pitchFamily="34" charset="0"/>
              </a:rPr>
              <a:t>ở </a:t>
            </a:r>
            <a:r>
              <a:rPr lang="en-US" sz="2000" err="1">
                <a:latin typeface="Segoe UI" panose="020B0502040204020203" pitchFamily="34" charset="0"/>
                <a:cs typeface="Segoe UI" panose="020B0502040204020203" pitchFamily="34" charset="0"/>
              </a:rPr>
              <a:t>mỗi</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lần</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mã</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hóa</a:t>
            </a:r>
            <a:endParaRPr lang="en-US" sz="2000">
              <a:latin typeface="Segoe UI" panose="020B0502040204020203" pitchFamily="34" charset="0"/>
              <a:cs typeface="Segoe UI" panose="020B0502040204020203" pitchFamily="34" charset="0"/>
            </a:endParaRPr>
          </a:p>
          <a:p>
            <a:pPr marL="342900" indent="-342900"/>
            <a:endParaRPr lang="en-US" sz="2000">
              <a:latin typeface="Segoe UI" panose="020B0502040204020203" pitchFamily="34" charset="0"/>
              <a:cs typeface="Segoe UI" panose="020B0502040204020203" pitchFamily="34" charset="0"/>
            </a:endParaRPr>
          </a:p>
          <a:p>
            <a:pPr marL="0" indent="0">
              <a:buNone/>
            </a:pPr>
            <a:r>
              <a:rPr lang="vi-VN" sz="2000">
                <a:latin typeface="Segoe UI" panose="020B0502040204020203" pitchFamily="34" charset="0"/>
                <a:cs typeface="Segoe UI" panose="020B0502040204020203" pitchFamily="34" charset="0"/>
              </a:rPr>
              <a:t>Cải thiện trải nghiệm người dùng</a:t>
            </a:r>
            <a:endParaRPr lang="en-US"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Giải mã tự động</a:t>
            </a:r>
            <a:endParaRPr lang="en-US"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Tăng cường bảo mật thông tin cá nhân</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EB22DD78-81CF-09AD-68F2-84A7981E162A}"/>
              </a:ext>
            </a:extLst>
          </p:cNvPr>
          <p:cNvSpPr>
            <a:spLocks noGrp="1"/>
          </p:cNvSpPr>
          <p:nvPr>
            <p:ph type="sldNum" sz="quarter" idx="12"/>
          </p:nvPr>
        </p:nvSpPr>
        <p:spPr/>
        <p:txBody>
          <a:bodyPr/>
          <a:lstStyle/>
          <a:p>
            <a:fld id="{CF8920F0-685D-4D8A-A9EF-3EE1A60245BD}" type="slidenum">
              <a:rPr lang="en-US" smtClean="0"/>
              <a:t>57</a:t>
            </a:fld>
            <a:endParaRPr lang="en-US"/>
          </a:p>
        </p:txBody>
      </p:sp>
      <p:sp>
        <p:nvSpPr>
          <p:cNvPr id="5" name="Google Shape;809;p48">
            <a:extLst>
              <a:ext uri="{FF2B5EF4-FFF2-40B4-BE49-F238E27FC236}">
                <a16:creationId xmlns:a16="http://schemas.microsoft.com/office/drawing/2014/main" id="{7BD69D29-CCCA-F3B9-24DC-22C94B1261C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4739124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C86DA9FF-2633-5C92-4D78-572F553BA525}"/>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3889653-25A5-61EF-2FD6-A38AD30F49C4}"/>
              </a:ext>
            </a:extLst>
          </p:cNvPr>
          <p:cNvSpPr txBox="1">
            <a:spLocks noGrp="1"/>
          </p:cNvSpPr>
          <p:nvPr>
            <p:ph type="body" idx="1"/>
          </p:nvPr>
        </p:nvSpPr>
        <p:spPr>
          <a:xfrm>
            <a:off x="720000" y="1203200"/>
            <a:ext cx="7704000" cy="24097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0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dirty="0">
                <a:latin typeface="Segoe UI" panose="020B0502040204020203" pitchFamily="34" charset="0"/>
                <a:cs typeface="Segoe UI" panose="020B0502040204020203" pitchFamily="34" charset="0"/>
              </a:rPr>
              <a:t>Lỗ hổng </a:t>
            </a:r>
            <a:r>
              <a:rPr lang="vi-VN" sz="2000" b="1" dirty="0">
                <a:latin typeface="Segoe UI" panose="020B0502040204020203" pitchFamily="34" charset="0"/>
                <a:cs typeface="Segoe UI" panose="020B0502040204020203" pitchFamily="34" charset="0"/>
              </a:rPr>
              <a:t>Insufficient Cryptography </a:t>
            </a:r>
            <a:r>
              <a:rPr lang="vi-VN" sz="2000" dirty="0">
                <a:latin typeface="Segoe UI" panose="020B0502040204020203" pitchFamily="34" charset="0"/>
                <a:cs typeface="Segoe UI" panose="020B0502040204020203" pitchFamily="34" charset="0"/>
              </a:rPr>
              <a:t>có thể khắc phục bằng cách áp dụng các thuật toán mã hóa mạnh mẽ như </a:t>
            </a:r>
            <a:r>
              <a:rPr lang="vi-VN" sz="2000" b="1" dirty="0">
                <a:latin typeface="Segoe UI" panose="020B0502040204020203" pitchFamily="34" charset="0"/>
                <a:cs typeface="Segoe UI" panose="020B0502040204020203" pitchFamily="34" charset="0"/>
              </a:rPr>
              <a:t>AES-GCM-256</a:t>
            </a:r>
            <a:r>
              <a:rPr lang="vi-VN" sz="2000" dirty="0">
                <a:latin typeface="Segoe UI" panose="020B0502040204020203" pitchFamily="34" charset="0"/>
                <a:cs typeface="Segoe UI" panose="020B0502040204020203" pitchFamily="34" charset="0"/>
              </a:rPr>
              <a:t> và sử dụng </a:t>
            </a:r>
            <a:r>
              <a:rPr lang="vi-VN" sz="2000" b="1" dirty="0">
                <a:latin typeface="Segoe UI" panose="020B0502040204020203" pitchFamily="34" charset="0"/>
                <a:cs typeface="Segoe UI" panose="020B0502040204020203" pitchFamily="34" charset="0"/>
              </a:rPr>
              <a:t>Android Keystore </a:t>
            </a:r>
            <a:r>
              <a:rPr lang="vi-VN" sz="2000" dirty="0">
                <a:latin typeface="Segoe UI" panose="020B0502040204020203" pitchFamily="34" charset="0"/>
                <a:cs typeface="Segoe UI" panose="020B0502040204020203" pitchFamily="34" charset="0"/>
              </a:rPr>
              <a:t>để quản lý khóa an toàn. </a:t>
            </a:r>
          </a:p>
        </p:txBody>
      </p:sp>
      <p:sp>
        <p:nvSpPr>
          <p:cNvPr id="3" name="Slide Number Placeholder 2">
            <a:extLst>
              <a:ext uri="{FF2B5EF4-FFF2-40B4-BE49-F238E27FC236}">
                <a16:creationId xmlns:a16="http://schemas.microsoft.com/office/drawing/2014/main" id="{15030467-063A-844E-53AD-11617EC76BF8}"/>
              </a:ext>
            </a:extLst>
          </p:cNvPr>
          <p:cNvSpPr>
            <a:spLocks noGrp="1"/>
          </p:cNvSpPr>
          <p:nvPr>
            <p:ph type="sldNum" sz="quarter" idx="12"/>
          </p:nvPr>
        </p:nvSpPr>
        <p:spPr/>
        <p:txBody>
          <a:bodyPr/>
          <a:lstStyle/>
          <a:p>
            <a:fld id="{CF8920F0-685D-4D8A-A9EF-3EE1A60245BD}" type="slidenum">
              <a:rPr lang="en-US" smtClean="0"/>
              <a:t>58</a:t>
            </a:fld>
            <a:endParaRPr lang="en-US"/>
          </a:p>
        </p:txBody>
      </p:sp>
      <p:sp>
        <p:nvSpPr>
          <p:cNvPr id="5" name="Google Shape;809;p48">
            <a:extLst>
              <a:ext uri="{FF2B5EF4-FFF2-40B4-BE49-F238E27FC236}">
                <a16:creationId xmlns:a16="http://schemas.microsoft.com/office/drawing/2014/main" id="{03C87D78-0423-0D68-BB47-0624BADB0ABC}"/>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6858354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585F66D3-C583-9DC4-C96B-81AE3A2B743A}"/>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FA609C48-D262-6954-C977-F6681E27004E}"/>
              </a:ext>
            </a:extLst>
          </p:cNvPr>
          <p:cNvSpPr txBox="1">
            <a:spLocks noGrp="1"/>
          </p:cNvSpPr>
          <p:nvPr>
            <p:ph type="title"/>
          </p:nvPr>
        </p:nvSpPr>
        <p:spPr>
          <a:xfrm>
            <a:off x="285272" y="2006876"/>
            <a:ext cx="4882151" cy="11297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INSECURE AUTHORIZATION </a:t>
            </a:r>
            <a:br>
              <a:rPr lang="en-US" sz="2400" dirty="0">
                <a:latin typeface="Segoe UI" panose="020B0502040204020203" pitchFamily="34" charset="0"/>
                <a:cs typeface="Segoe UI" panose="020B0502040204020203" pitchFamily="34" charset="0"/>
              </a:rPr>
            </a:br>
            <a:r>
              <a:rPr lang="en-US" sz="2400" dirty="0">
                <a:latin typeface="Segoe UI" panose="020B0502040204020203" pitchFamily="34" charset="0"/>
                <a:cs typeface="Segoe UI" panose="020B0502040204020203" pitchFamily="34" charset="0"/>
              </a:rPr>
              <a:t>(ỦY QUYỀN KHÔNG AN TOÀN)</a:t>
            </a:r>
          </a:p>
        </p:txBody>
      </p:sp>
      <p:sp>
        <p:nvSpPr>
          <p:cNvPr id="231" name="Google Shape;231;p30">
            <a:extLst>
              <a:ext uri="{FF2B5EF4-FFF2-40B4-BE49-F238E27FC236}">
                <a16:creationId xmlns:a16="http://schemas.microsoft.com/office/drawing/2014/main" id="{77203528-487C-18BB-34AA-9D3DCE768612}"/>
              </a:ext>
            </a:extLst>
          </p:cNvPr>
          <p:cNvSpPr txBox="1">
            <a:spLocks noGrp="1"/>
          </p:cNvSpPr>
          <p:nvPr>
            <p:ph type="title" idx="2"/>
          </p:nvPr>
        </p:nvSpPr>
        <p:spPr>
          <a:xfrm>
            <a:off x="285272"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M-6</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A77B24B2-D857-5345-0B6A-41DE0FAD2CBC}"/>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79739BCD-007E-8A41-F1EB-06756AA8A09F}"/>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40ADB0C8-ADDA-88D6-AF4A-F8966E86A28C}"/>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6D52B687-6A9B-C4B5-3264-33B3E61671AF}"/>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253042F1-7A44-D0BF-96BF-DDD5FC76B676}"/>
              </a:ext>
            </a:extLst>
          </p:cNvPr>
          <p:cNvSpPr>
            <a:spLocks noGrp="1"/>
          </p:cNvSpPr>
          <p:nvPr>
            <p:ph type="sldNum" sz="quarter" idx="12"/>
          </p:nvPr>
        </p:nvSpPr>
        <p:spPr/>
        <p:txBody>
          <a:bodyPr/>
          <a:lstStyle/>
          <a:p>
            <a:fld id="{CF8920F0-685D-4D8A-A9EF-3EE1A60245BD}" type="slidenum">
              <a:rPr lang="en-US" smtClean="0"/>
              <a:t>59</a:t>
            </a:fld>
            <a:endParaRPr lang="en-US"/>
          </a:p>
        </p:txBody>
      </p:sp>
      <p:pic>
        <p:nvPicPr>
          <p:cNvPr id="5" name="Picture 4">
            <a:extLst>
              <a:ext uri="{FF2B5EF4-FFF2-40B4-BE49-F238E27FC236}">
                <a16:creationId xmlns:a16="http://schemas.microsoft.com/office/drawing/2014/main" id="{232AD941-F0AB-642F-FA3B-99E049F6018A}"/>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42697436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5C52EC6F-2496-6D3D-2ED6-D6094D9EFE88}"/>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495E7911-9CEA-4809-6FFD-53E7877EF409}"/>
              </a:ext>
            </a:extLst>
          </p:cNvPr>
          <p:cNvSpPr txBox="1">
            <a:spLocks noGrp="1"/>
          </p:cNvSpPr>
          <p:nvPr>
            <p:ph type="body" idx="1"/>
          </p:nvPr>
        </p:nvSpPr>
        <p:spPr>
          <a:xfrm>
            <a:off x="720000" y="1203200"/>
            <a:ext cx="7704000" cy="2573346"/>
          </a:xfrm>
          <a:prstGeom prst="rect">
            <a:avLst/>
          </a:prstGeom>
        </p:spPr>
        <p:txBody>
          <a:bodyPr spcFirstLastPara="1" wrap="square" lIns="91425" tIns="91425" rIns="91425" bIns="91425" anchor="t" anchorCtr="0">
            <a:noAutofit/>
          </a:bodyPr>
          <a:lstStyle/>
          <a:p>
            <a:pPr marL="0" indent="0">
              <a:buNone/>
            </a:pPr>
            <a:endParaRPr lang="en-US" sz="2400">
              <a:latin typeface="Segoe UI" panose="020B0502040204020203" pitchFamily="34" charset="0"/>
              <a:cs typeface="Segoe UI" panose="020B0502040204020203" pitchFamily="34" charset="0"/>
            </a:endParaRPr>
          </a:p>
          <a:p>
            <a:pPr marL="0" indent="0">
              <a:buNone/>
            </a:pPr>
            <a:r>
              <a:rPr lang="vi-VN" sz="2400">
                <a:latin typeface="Segoe UI" panose="020B0502040204020203" pitchFamily="34" charset="0"/>
                <a:cs typeface="Segoe UI" panose="020B0502040204020203" pitchFamily="34" charset="0"/>
              </a:rPr>
              <a:t>Trong ứng dụng </a:t>
            </a:r>
            <a:r>
              <a:rPr lang="vi-VN" sz="2400" b="1">
                <a:latin typeface="Segoe UI" panose="020B0502040204020203" pitchFamily="34" charset="0"/>
                <a:cs typeface="Segoe UI" panose="020B0502040204020203" pitchFamily="34" charset="0"/>
              </a:rPr>
              <a:t>Goatlin</a:t>
            </a:r>
            <a:r>
              <a:rPr lang="vi-VN" sz="2400">
                <a:latin typeface="Segoe UI" panose="020B0502040204020203" pitchFamily="34" charset="0"/>
                <a:cs typeface="Segoe UI" panose="020B0502040204020203" pitchFamily="34" charset="0"/>
              </a:rPr>
              <a:t>, lỗ hổng </a:t>
            </a:r>
            <a:r>
              <a:rPr lang="vi-VN" sz="2400" b="1">
                <a:latin typeface="Segoe UI" panose="020B0502040204020203" pitchFamily="34" charset="0"/>
                <a:cs typeface="Segoe UI" panose="020B0502040204020203" pitchFamily="34" charset="0"/>
              </a:rPr>
              <a:t>Insecure Authorization </a:t>
            </a:r>
            <a:r>
              <a:rPr lang="vi-VN" sz="2400">
                <a:latin typeface="Segoe UI" panose="020B0502040204020203" pitchFamily="34" charset="0"/>
                <a:cs typeface="Segoe UI" panose="020B0502040204020203" pitchFamily="34" charset="0"/>
              </a:rPr>
              <a:t>xuất hiện do thiếu kiểm tra quyền hạn (authorization) trong các API endpoint, mặc dù đã có bước xác thực (authentication).</a:t>
            </a:r>
            <a:endParaRPr lang="en-US" sz="24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E258E50E-8869-752D-DBB4-65AB27458951}"/>
              </a:ext>
            </a:extLst>
          </p:cNvPr>
          <p:cNvSpPr>
            <a:spLocks noGrp="1"/>
          </p:cNvSpPr>
          <p:nvPr>
            <p:ph type="sldNum" sz="quarter" idx="12"/>
          </p:nvPr>
        </p:nvSpPr>
        <p:spPr/>
        <p:txBody>
          <a:bodyPr/>
          <a:lstStyle/>
          <a:p>
            <a:fld id="{CF8920F0-685D-4D8A-A9EF-3EE1A60245BD}" type="slidenum">
              <a:rPr lang="en-US" smtClean="0"/>
              <a:t>60</a:t>
            </a:fld>
            <a:endParaRPr lang="en-US"/>
          </a:p>
        </p:txBody>
      </p:sp>
      <p:sp>
        <p:nvSpPr>
          <p:cNvPr id="5" name="Google Shape;809;p48">
            <a:extLst>
              <a:ext uri="{FF2B5EF4-FFF2-40B4-BE49-F238E27FC236}">
                <a16:creationId xmlns:a16="http://schemas.microsoft.com/office/drawing/2014/main" id="{E5B064F1-CCB2-5BE5-D09D-06C116221FB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2010564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64350202-997D-2370-D619-E8D03EC369BA}"/>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001CB6A6-C70B-16DD-282F-A62E9BAE7839}"/>
              </a:ext>
            </a:extLst>
          </p:cNvPr>
          <p:cNvSpPr txBox="1">
            <a:spLocks noGrp="1"/>
          </p:cNvSpPr>
          <p:nvPr>
            <p:ph type="body" idx="1"/>
          </p:nvPr>
        </p:nvSpPr>
        <p:spPr>
          <a:xfrm>
            <a:off x="720000" y="1203200"/>
            <a:ext cx="7704000" cy="26753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285750" indent="-285750"/>
            <a:r>
              <a:rPr lang="vi-VN" sz="2400" b="1">
                <a:latin typeface="Segoe UI" panose="020B0502040204020203" pitchFamily="34" charset="0"/>
                <a:cs typeface="Segoe UI" panose="020B0502040204020203" pitchFamily="34" charset="0"/>
              </a:rPr>
              <a:t>Authorization</a:t>
            </a:r>
            <a:r>
              <a:rPr lang="vi-VN" sz="2400">
                <a:latin typeface="Segoe UI" panose="020B0502040204020203" pitchFamily="34" charset="0"/>
                <a:cs typeface="Segoe UI" panose="020B0502040204020203" pitchFamily="34" charset="0"/>
              </a:rPr>
              <a:t> </a:t>
            </a:r>
            <a:r>
              <a:rPr lang="vi-VN" sz="2400" b="1">
                <a:latin typeface="Segoe UI" panose="020B0502040204020203" pitchFamily="34" charset="0"/>
                <a:cs typeface="Segoe UI" panose="020B0502040204020203" pitchFamily="34" charset="0"/>
              </a:rPr>
              <a:t>không được áp dụng </a:t>
            </a:r>
            <a:r>
              <a:rPr lang="vi-VN" sz="2400">
                <a:latin typeface="Segoe UI" panose="020B0502040204020203" pitchFamily="34" charset="0"/>
                <a:cs typeface="Segoe UI" panose="020B0502040204020203" pitchFamily="34" charset="0"/>
              </a:rPr>
              <a:t>khi người dùng thực hiện các yêu cầu đến API. </a:t>
            </a:r>
          </a:p>
          <a:p>
            <a:pPr marL="285750" indent="-285750"/>
            <a:r>
              <a:rPr lang="en-US" sz="2400">
                <a:latin typeface="Segoe UI" panose="020B0502040204020203" pitchFamily="34" charset="0"/>
                <a:cs typeface="Segoe UI" panose="020B0502040204020203" pitchFamily="34" charset="0"/>
              </a:rPr>
              <a:t>B</a:t>
            </a:r>
            <a:r>
              <a:rPr lang="vi-VN" sz="2400">
                <a:latin typeface="Segoe UI" panose="020B0502040204020203" pitchFamily="34" charset="0"/>
                <a:cs typeface="Segoe UI" panose="020B0502040204020203" pitchFamily="34" charset="0"/>
              </a:rPr>
              <a:t>ất kỳ người dùng nào sau khi đăng nhập </a:t>
            </a:r>
            <a:r>
              <a:rPr lang="en-US" sz="2400" err="1">
                <a:latin typeface="Segoe UI" panose="020B0502040204020203" pitchFamily="34" charset="0"/>
                <a:cs typeface="Segoe UI" panose="020B0502040204020203" pitchFamily="34" charset="0"/>
              </a:rPr>
              <a:t>mặc</a:t>
            </a:r>
            <a:r>
              <a:rPr lang="en-US" sz="2400">
                <a:latin typeface="Segoe UI" panose="020B0502040204020203" pitchFamily="34" charset="0"/>
                <a:cs typeface="Segoe UI" panose="020B0502040204020203" pitchFamily="34" charset="0"/>
              </a:rPr>
              <a:t> </a:t>
            </a:r>
            <a:r>
              <a:rPr lang="en-US" sz="2400" err="1">
                <a:latin typeface="Segoe UI" panose="020B0502040204020203" pitchFamily="34" charset="0"/>
                <a:cs typeface="Segoe UI" panose="020B0502040204020203" pitchFamily="34" charset="0"/>
              </a:rPr>
              <a:t>định</a:t>
            </a:r>
            <a:r>
              <a:rPr lang="en-US" sz="2400">
                <a:latin typeface="Segoe UI" panose="020B0502040204020203" pitchFamily="34" charset="0"/>
                <a:cs typeface="Segoe UI" panose="020B0502040204020203" pitchFamily="34" charset="0"/>
              </a:rPr>
              <a:t> </a:t>
            </a:r>
            <a:r>
              <a:rPr lang="vi-VN" sz="2400">
                <a:latin typeface="Segoe UI" panose="020B0502040204020203" pitchFamily="34" charset="0"/>
                <a:cs typeface="Segoe UI" panose="020B0502040204020203" pitchFamily="34" charset="0"/>
              </a:rPr>
              <a:t>có thể truy cập và quản lý tài nguyên không thuộc quyền sở hữu của mình. </a:t>
            </a:r>
            <a:endParaRPr lang="en-US" sz="24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1BAEEFDC-C3E7-0F14-4800-C41872BF09C9}"/>
              </a:ext>
            </a:extLst>
          </p:cNvPr>
          <p:cNvSpPr>
            <a:spLocks noGrp="1"/>
          </p:cNvSpPr>
          <p:nvPr>
            <p:ph type="sldNum" sz="quarter" idx="12"/>
          </p:nvPr>
        </p:nvSpPr>
        <p:spPr/>
        <p:txBody>
          <a:bodyPr/>
          <a:lstStyle/>
          <a:p>
            <a:fld id="{CF8920F0-685D-4D8A-A9EF-3EE1A60245BD}" type="slidenum">
              <a:rPr lang="en-US" smtClean="0"/>
              <a:t>61</a:t>
            </a:fld>
            <a:endParaRPr lang="en-US"/>
          </a:p>
        </p:txBody>
      </p:sp>
      <p:sp>
        <p:nvSpPr>
          <p:cNvPr id="2" name="Google Shape;809;p48">
            <a:extLst>
              <a:ext uri="{FF2B5EF4-FFF2-40B4-BE49-F238E27FC236}">
                <a16:creationId xmlns:a16="http://schemas.microsoft.com/office/drawing/2014/main" id="{46164EDF-3880-0F3F-9965-79A2E2ADB63F}"/>
              </a:ext>
            </a:extLst>
          </p:cNvPr>
          <p:cNvSpPr txBox="1">
            <a:spLocks/>
          </p:cNvSpPr>
          <p:nvPr/>
        </p:nvSpPr>
        <p:spPr>
          <a:xfrm>
            <a:off x="3348879" y="307934"/>
            <a:ext cx="2446242" cy="6536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r>
              <a:rPr lang="en-US">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6730504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DE653960-5121-06A5-9550-51A532D252F5}"/>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0113E2A-6FCF-5F3E-03E4-C0398744BA93}"/>
              </a:ext>
            </a:extLst>
          </p:cNvPr>
          <p:cNvSpPr txBox="1">
            <a:spLocks noGrp="1"/>
          </p:cNvSpPr>
          <p:nvPr>
            <p:ph type="body" idx="1"/>
          </p:nvPr>
        </p:nvSpPr>
        <p:spPr>
          <a:xfrm>
            <a:off x="720000" y="1203200"/>
            <a:ext cx="7704000" cy="15095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dirty="0">
                <a:latin typeface="Segoe UI" panose="020B0502040204020203" pitchFamily="34" charset="0"/>
                <a:cs typeface="Segoe UI" panose="020B0502040204020203" pitchFamily="34" charset="0"/>
              </a:rPr>
              <a:t>Đây là lỗ hổng phổ biến khi hệ thống phụ thuộc vào </a:t>
            </a:r>
            <a:r>
              <a:rPr lang="vi-VN" sz="1800" b="1" dirty="0">
                <a:latin typeface="Segoe UI" panose="020B0502040204020203" pitchFamily="34" charset="0"/>
                <a:cs typeface="Segoe UI" panose="020B0502040204020203" pitchFamily="34" charset="0"/>
              </a:rPr>
              <a:t>IDOR</a:t>
            </a:r>
            <a:r>
              <a:rPr lang="vi-VN" sz="1800" dirty="0">
                <a:latin typeface="Segoe UI" panose="020B0502040204020203" pitchFamily="34" charset="0"/>
                <a:cs typeface="Segoe UI" panose="020B0502040204020203" pitchFamily="34" charset="0"/>
              </a:rPr>
              <a:t> (Insecure Direct Object Reference) hoặc khi giả định rằng endpoint chỉ được truy cập bởi người dùng có quyền hạn đúng.</a:t>
            </a: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en-US" sz="1800" dirty="0" err="1">
                <a:latin typeface="Segoe UI" panose="020B0502040204020203" pitchFamily="34" charset="0"/>
                <a:cs typeface="Segoe UI" panose="020B0502040204020203" pitchFamily="34" charset="0"/>
              </a:rPr>
              <a:t>Các</a:t>
            </a:r>
            <a:r>
              <a:rPr lang="en-US" sz="1800" dirty="0">
                <a:latin typeface="Segoe UI" panose="020B0502040204020203" pitchFamily="34" charset="0"/>
                <a:cs typeface="Segoe UI" panose="020B0502040204020203" pitchFamily="34" charset="0"/>
              </a:rPr>
              <a:t> endpoint </a:t>
            </a:r>
            <a:r>
              <a:rPr lang="en-US" sz="1800" dirty="0" err="1">
                <a:latin typeface="Segoe UI" panose="020B0502040204020203" pitchFamily="34" charset="0"/>
                <a:cs typeface="Segoe UI" panose="020B0502040204020203" pitchFamily="34" charset="0"/>
              </a:rPr>
              <a:t>chỉ</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kiểm</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tra</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xác</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thực</a:t>
            </a:r>
            <a:r>
              <a:rPr lang="en-US" sz="1800" dirty="0">
                <a:latin typeface="Segoe UI" panose="020B0502040204020203" pitchFamily="34" charset="0"/>
                <a:cs typeface="Segoe UI" panose="020B0502040204020203" pitchFamily="34" charset="0"/>
              </a:rPr>
              <a:t> (auth) </a:t>
            </a:r>
            <a:r>
              <a:rPr lang="en-US" sz="1800" dirty="0" err="1">
                <a:latin typeface="Segoe UI" panose="020B0502040204020203" pitchFamily="34" charset="0"/>
                <a:cs typeface="Segoe UI" panose="020B0502040204020203" pitchFamily="34" charset="0"/>
              </a:rPr>
              <a:t>mà</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không</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xác</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minh</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quyền</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sở</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hữu</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tài</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nguyên</a:t>
            </a:r>
            <a:r>
              <a:rPr lang="en-US" sz="1800" dirty="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dirty="0"/>
          </a:p>
        </p:txBody>
      </p:sp>
      <p:pic>
        <p:nvPicPr>
          <p:cNvPr id="40964" name="Picture 4">
            <a:extLst>
              <a:ext uri="{FF2B5EF4-FFF2-40B4-BE49-F238E27FC236}">
                <a16:creationId xmlns:a16="http://schemas.microsoft.com/office/drawing/2014/main" id="{6C22CD2A-0E4A-9C1F-E24C-A678F2688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2898195"/>
            <a:ext cx="7704000" cy="312975"/>
          </a:xfrm>
          <a:prstGeom prst="rect">
            <a:avLst/>
          </a:prstGeom>
          <a:noFill/>
          <a:extLst>
            <a:ext uri="{909E8E84-426E-40DD-AFC4-6F175D3DCCD1}">
              <a14:hiddenFill xmlns:a14="http://schemas.microsoft.com/office/drawing/2010/main">
                <a:solidFill>
                  <a:srgbClr val="FFFFFF"/>
                </a:solidFill>
              </a14:hiddenFill>
            </a:ext>
          </a:extLst>
        </p:spPr>
      </p:pic>
      <p:pic>
        <p:nvPicPr>
          <p:cNvPr id="40966" name="Picture 6">
            <a:extLst>
              <a:ext uri="{FF2B5EF4-FFF2-40B4-BE49-F238E27FC236}">
                <a16:creationId xmlns:a16="http://schemas.microsoft.com/office/drawing/2014/main" id="{0908C35E-72E4-579D-0119-0E5CFE4A4D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000" y="3343305"/>
            <a:ext cx="7704000" cy="32501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95DE72B-4A57-5765-4DE7-2ADFD1AC2006}"/>
              </a:ext>
            </a:extLst>
          </p:cNvPr>
          <p:cNvSpPr>
            <a:spLocks noGrp="1"/>
          </p:cNvSpPr>
          <p:nvPr>
            <p:ph type="sldNum" sz="quarter" idx="12"/>
          </p:nvPr>
        </p:nvSpPr>
        <p:spPr/>
        <p:txBody>
          <a:bodyPr/>
          <a:lstStyle/>
          <a:p>
            <a:fld id="{CF8920F0-685D-4D8A-A9EF-3EE1A60245BD}" type="slidenum">
              <a:rPr lang="en-US" smtClean="0"/>
              <a:t>62</a:t>
            </a:fld>
            <a:endParaRPr lang="en-US"/>
          </a:p>
        </p:txBody>
      </p:sp>
      <p:sp>
        <p:nvSpPr>
          <p:cNvPr id="2" name="Google Shape;809;p48">
            <a:extLst>
              <a:ext uri="{FF2B5EF4-FFF2-40B4-BE49-F238E27FC236}">
                <a16:creationId xmlns:a16="http://schemas.microsoft.com/office/drawing/2014/main" id="{8248FF73-A881-02B5-62C1-2FC099FEEB60}"/>
              </a:ext>
            </a:extLst>
          </p:cNvPr>
          <p:cNvSpPr txBox="1">
            <a:spLocks/>
          </p:cNvSpPr>
          <p:nvPr/>
        </p:nvSpPr>
        <p:spPr>
          <a:xfrm>
            <a:off x="3348879" y="307934"/>
            <a:ext cx="2446242" cy="6536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r>
              <a:rPr lang="en-US">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0179696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C6AA4FFC-501C-2448-0C0A-FFCB1EB3D960}"/>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CE20B242-62BC-0A85-FD67-59A0F2B43134}"/>
              </a:ext>
            </a:extLst>
          </p:cNvPr>
          <p:cNvSpPr txBox="1">
            <a:spLocks noGrp="1"/>
          </p:cNvSpPr>
          <p:nvPr>
            <p:ph type="body" idx="1"/>
          </p:nvPr>
        </p:nvSpPr>
        <p:spPr>
          <a:xfrm>
            <a:off x="720000" y="1203199"/>
            <a:ext cx="7704000" cy="6850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Bổ</a:t>
            </a:r>
            <a:r>
              <a:rPr lang="en-US" sz="1800">
                <a:latin typeface="Segoe UI" panose="020B0502040204020203" pitchFamily="34" charset="0"/>
                <a:cs typeface="Segoe UI" panose="020B0502040204020203" pitchFamily="34" charset="0"/>
              </a:rPr>
              <a:t> sung </a:t>
            </a:r>
            <a:r>
              <a:rPr lang="en-US" sz="1800" b="1">
                <a:latin typeface="Segoe UI" panose="020B0502040204020203" pitchFamily="34" charset="0"/>
                <a:cs typeface="Segoe UI" panose="020B0502040204020203" pitchFamily="34" charset="0"/>
              </a:rPr>
              <a:t>middleware ownership </a:t>
            </a:r>
            <a:r>
              <a:rPr lang="en-US" sz="1800">
                <a:latin typeface="Segoe UI" panose="020B0502040204020203" pitchFamily="34" charset="0"/>
                <a:cs typeface="Segoe UI" panose="020B0502040204020203" pitchFamily="34" charset="0"/>
              </a:rPr>
              <a:t>để </a:t>
            </a:r>
            <a:r>
              <a:rPr lang="en-US" sz="1800" err="1">
                <a:latin typeface="Segoe UI" panose="020B0502040204020203" pitchFamily="34" charset="0"/>
                <a:cs typeface="Segoe UI" panose="020B0502040204020203" pitchFamily="34" charset="0"/>
              </a:rPr>
              <a:t>kiểm</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tra</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quyền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sở</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hữu</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tài</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nguyên</a:t>
            </a:r>
            <a:r>
              <a:rPr lang="en-US" sz="1800">
                <a:latin typeface="Segoe UI" panose="020B0502040204020203" pitchFamily="34" charset="0"/>
                <a:cs typeface="Segoe UI" panose="020B0502040204020203" pitchFamily="34" charset="0"/>
              </a:rPr>
              <a:t>.</a:t>
            </a:r>
          </a:p>
        </p:txBody>
      </p:sp>
      <p:pic>
        <p:nvPicPr>
          <p:cNvPr id="39938" name="Picture 2" descr="A screen shot of a computer program&#10;&#10;Description automatically generated">
            <a:extLst>
              <a:ext uri="{FF2B5EF4-FFF2-40B4-BE49-F238E27FC236}">
                <a16:creationId xmlns:a16="http://schemas.microsoft.com/office/drawing/2014/main" id="{C14EB04A-7657-6D49-0A9F-2D9D4AFE6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709431"/>
            <a:ext cx="7704000" cy="29264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098B4D32-E45D-CBFC-3398-14D033871FD8}"/>
              </a:ext>
            </a:extLst>
          </p:cNvPr>
          <p:cNvSpPr>
            <a:spLocks noGrp="1"/>
          </p:cNvSpPr>
          <p:nvPr>
            <p:ph type="sldNum" sz="quarter" idx="12"/>
          </p:nvPr>
        </p:nvSpPr>
        <p:spPr/>
        <p:txBody>
          <a:bodyPr/>
          <a:lstStyle/>
          <a:p>
            <a:fld id="{CF8920F0-685D-4D8A-A9EF-3EE1A60245BD}" type="slidenum">
              <a:rPr lang="en-US" smtClean="0"/>
              <a:t>63</a:t>
            </a:fld>
            <a:endParaRPr lang="en-US"/>
          </a:p>
        </p:txBody>
      </p:sp>
      <p:sp>
        <p:nvSpPr>
          <p:cNvPr id="5" name="Google Shape;809;p48">
            <a:extLst>
              <a:ext uri="{FF2B5EF4-FFF2-40B4-BE49-F238E27FC236}">
                <a16:creationId xmlns:a16="http://schemas.microsoft.com/office/drawing/2014/main" id="{DB479CA9-7989-E702-E3F0-483843F010B3}"/>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1920610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854B8E7-5644-E474-C6D8-87563509EE4C}"/>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E7CA58B4-95BB-011C-5F0D-F172A8E06DA2}"/>
              </a:ext>
            </a:extLst>
          </p:cNvPr>
          <p:cNvSpPr txBox="1">
            <a:spLocks noGrp="1"/>
          </p:cNvSpPr>
          <p:nvPr>
            <p:ph type="body" idx="1"/>
          </p:nvPr>
        </p:nvSpPr>
        <p:spPr>
          <a:xfrm>
            <a:off x="720000" y="1203198"/>
            <a:ext cx="7704000" cy="14714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b="1">
                <a:latin typeface="Segoe UI" panose="020B0502040204020203" pitchFamily="34" charset="0"/>
                <a:cs typeface="Segoe UI" panose="020B0502040204020203" pitchFamily="34" charset="0"/>
              </a:rPr>
              <a:t>Middleware</a:t>
            </a:r>
            <a:r>
              <a:rPr lang="vi-VN" sz="1800">
                <a:latin typeface="Segoe UI" panose="020B0502040204020203" pitchFamily="34" charset="0"/>
                <a:cs typeface="Segoe UI" panose="020B0502040204020203" pitchFamily="34" charset="0"/>
              </a:rPr>
              <a:t> thực hiện kiểm tra như sau:</a:t>
            </a:r>
            <a:endParaRPr lang="en-US" sz="1800">
              <a:latin typeface="Segoe UI" panose="020B0502040204020203" pitchFamily="34" charset="0"/>
              <a:cs typeface="Segoe UI" panose="020B0502040204020203" pitchFamily="34" charset="0"/>
            </a:endParaRPr>
          </a:p>
          <a:p>
            <a:pPr marL="285750" indent="-285750"/>
            <a:r>
              <a:rPr lang="vi-VN" sz="1800">
                <a:latin typeface="Segoe UI" panose="020B0502040204020203" pitchFamily="34" charset="0"/>
                <a:cs typeface="Segoe UI" panose="020B0502040204020203" pitchFamily="34" charset="0"/>
              </a:rPr>
              <a:t>Xác định người dùng hiện tại từ token xác thực. </a:t>
            </a:r>
          </a:p>
          <a:p>
            <a:pPr marL="285750" indent="-285750"/>
            <a:r>
              <a:rPr lang="vi-VN" sz="1800">
                <a:latin typeface="Segoe UI" panose="020B0502040204020203" pitchFamily="34" charset="0"/>
                <a:cs typeface="Segoe UI" panose="020B0502040204020203" pitchFamily="34" charset="0"/>
              </a:rPr>
              <a:t>So sánh thông tin từ yêu cầu API với thông tin của </a:t>
            </a:r>
            <a:r>
              <a:rPr lang="en-US" sz="1800">
                <a:latin typeface="Segoe UI" panose="020B0502040204020203" pitchFamily="34" charset="0"/>
                <a:cs typeface="Segoe UI" panose="020B0502040204020203" pitchFamily="34" charset="0"/>
              </a:rPr>
              <a:t>user </a:t>
            </a:r>
            <a:r>
              <a:rPr lang="vi-VN" sz="1800">
                <a:latin typeface="Segoe UI" panose="020B0502040204020203" pitchFamily="34" charset="0"/>
                <a:cs typeface="Segoe UI" panose="020B0502040204020203" pitchFamily="34" charset="0"/>
              </a:rPr>
              <a:t>đã xác thực</a:t>
            </a:r>
            <a:r>
              <a:rPr lang="en-US" sz="1800">
                <a:latin typeface="Segoe UI" panose="020B0502040204020203" pitchFamily="34" charset="0"/>
                <a:cs typeface="Segoe UI" panose="020B0502040204020203" pitchFamily="34" charset="0"/>
              </a:rPr>
              <a:t>.</a:t>
            </a:r>
            <a:endParaRPr lang="vi-VN" sz="1800">
              <a:latin typeface="Segoe UI" panose="020B0502040204020203" pitchFamily="34" charset="0"/>
              <a:cs typeface="Segoe UI" panose="020B0502040204020203" pitchFamily="34" charset="0"/>
            </a:endParaRPr>
          </a:p>
          <a:p>
            <a:pPr marL="285750" indent="-285750"/>
            <a:r>
              <a:rPr lang="vi-VN" sz="1800">
                <a:latin typeface="Segoe UI" panose="020B0502040204020203" pitchFamily="34" charset="0"/>
                <a:cs typeface="Segoe UI" panose="020B0502040204020203" pitchFamily="34" charset="0"/>
              </a:rPr>
              <a:t>Nếu không khớp, yêu cầu bị từ chối với mã lỗi </a:t>
            </a:r>
            <a:r>
              <a:rPr lang="vi-VN" sz="1800" b="1">
                <a:latin typeface="Segoe UI" panose="020B0502040204020203" pitchFamily="34" charset="0"/>
                <a:cs typeface="Segoe UI" panose="020B0502040204020203" pitchFamily="34" charset="0"/>
              </a:rPr>
              <a:t>403 Unauthorized</a:t>
            </a:r>
            <a:r>
              <a:rPr lang="vi-VN" sz="1800">
                <a:latin typeface="Segoe UI" panose="020B0502040204020203" pitchFamily="34" charset="0"/>
                <a:cs typeface="Segoe UI" panose="020B0502040204020203" pitchFamily="34" charset="0"/>
              </a:rPr>
              <a:t>. </a:t>
            </a:r>
            <a:endParaRPr lang="en-US" sz="1800">
              <a:latin typeface="Segoe UI" panose="020B0502040204020203" pitchFamily="34" charset="0"/>
              <a:cs typeface="Segoe UI" panose="020B0502040204020203" pitchFamily="34" charset="0"/>
            </a:endParaRPr>
          </a:p>
          <a:p>
            <a:pPr marL="285750" indent="-285750"/>
            <a:endParaRPr lang="en-US" sz="1800">
              <a:latin typeface="Segoe UI" panose="020B0502040204020203" pitchFamily="34" charset="0"/>
              <a:cs typeface="Segoe UI" panose="020B0502040204020203" pitchFamily="34" charset="0"/>
            </a:endParaRPr>
          </a:p>
          <a:p>
            <a:pPr marL="0" indent="0">
              <a:buNone/>
            </a:pPr>
            <a:r>
              <a:rPr lang="vi-VN" sz="1800">
                <a:latin typeface="Segoe UI" panose="020B0502040204020203" pitchFamily="34" charset="0"/>
                <a:cs typeface="Segoe UI" panose="020B0502040204020203" pitchFamily="34" charset="0"/>
              </a:rPr>
              <a:t>Sau khi bổ sung kiểm tra quyền sở hữu, </a:t>
            </a:r>
            <a:r>
              <a:rPr lang="en-US" sz="1800" err="1">
                <a:latin typeface="Segoe UI" panose="020B0502040204020203" pitchFamily="34" charset="0"/>
                <a:cs typeface="Segoe UI" panose="020B0502040204020203" pitchFamily="34" charset="0"/>
              </a:rPr>
              <a:t>cập</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nhật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các endpoint API</a:t>
            </a:r>
            <a:r>
              <a:rPr lang="en-US" sz="1800">
                <a:latin typeface="Segoe UI" panose="020B0502040204020203" pitchFamily="34" charset="0"/>
                <a:cs typeface="Segoe UI" panose="020B0502040204020203" pitchFamily="34" charset="0"/>
              </a:rPr>
              <a:t>.</a:t>
            </a:r>
          </a:p>
        </p:txBody>
      </p:sp>
      <p:pic>
        <p:nvPicPr>
          <p:cNvPr id="38914" name="Picture 2">
            <a:extLst>
              <a:ext uri="{FF2B5EF4-FFF2-40B4-BE49-F238E27FC236}">
                <a16:creationId xmlns:a16="http://schemas.microsoft.com/office/drawing/2014/main" id="{26102C82-AD55-65C1-864F-41A856DA6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3187752"/>
            <a:ext cx="7704000" cy="337050"/>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a:extLst>
              <a:ext uri="{FF2B5EF4-FFF2-40B4-BE49-F238E27FC236}">
                <a16:creationId xmlns:a16="http://schemas.microsoft.com/office/drawing/2014/main" id="{088A39ED-A9FE-28C7-4132-D0F953348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000" y="3627327"/>
            <a:ext cx="7704000" cy="3129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AF03646-4549-EF63-9983-B88A6886CD71}"/>
              </a:ext>
            </a:extLst>
          </p:cNvPr>
          <p:cNvSpPr>
            <a:spLocks noGrp="1"/>
          </p:cNvSpPr>
          <p:nvPr>
            <p:ph type="sldNum" sz="quarter" idx="12"/>
          </p:nvPr>
        </p:nvSpPr>
        <p:spPr/>
        <p:txBody>
          <a:bodyPr/>
          <a:lstStyle/>
          <a:p>
            <a:fld id="{CF8920F0-685D-4D8A-A9EF-3EE1A60245BD}" type="slidenum">
              <a:rPr lang="en-US" smtClean="0"/>
              <a:t>64</a:t>
            </a:fld>
            <a:endParaRPr lang="en-US"/>
          </a:p>
        </p:txBody>
      </p:sp>
      <p:sp>
        <p:nvSpPr>
          <p:cNvPr id="5" name="Google Shape;809;p48">
            <a:extLst>
              <a:ext uri="{FF2B5EF4-FFF2-40B4-BE49-F238E27FC236}">
                <a16:creationId xmlns:a16="http://schemas.microsoft.com/office/drawing/2014/main" id="{6D58224E-0A20-7F98-B085-03510BE3DFFB}"/>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879365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95EA23E0-8F47-819D-F662-33F4720E468D}"/>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30F30CB-4920-D748-471C-7CF475EE505B}"/>
              </a:ext>
            </a:extLst>
          </p:cNvPr>
          <p:cNvSpPr txBox="1">
            <a:spLocks noGrp="1"/>
          </p:cNvSpPr>
          <p:nvPr>
            <p:ph type="body" idx="1"/>
          </p:nvPr>
        </p:nvSpPr>
        <p:spPr>
          <a:xfrm>
            <a:off x="720000" y="1203200"/>
            <a:ext cx="7704000" cy="31478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err="1">
                <a:latin typeface="Segoe UI" panose="020B0502040204020203" pitchFamily="34" charset="0"/>
                <a:cs typeface="Segoe UI" panose="020B0502040204020203" pitchFamily="34" charset="0"/>
              </a:rPr>
              <a:t>Cải</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tiến</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bảo</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mật</a:t>
            </a:r>
            <a:r>
              <a:rPr lang="en-US" sz="2000">
                <a:latin typeface="Segoe UI" panose="020B0502040204020203" pitchFamily="34" charset="0"/>
                <a:cs typeface="Segoe UI" panose="020B0502040204020203" pitchFamily="34" charset="0"/>
              </a:rPr>
              <a:t>:</a:t>
            </a:r>
          </a:p>
          <a:p>
            <a:pPr marL="342900" indent="-342900"/>
            <a:r>
              <a:rPr lang="vi-VN" sz="2000">
                <a:latin typeface="Segoe UI" panose="020B0502040204020203" pitchFamily="34" charset="0"/>
                <a:cs typeface="Segoe UI" panose="020B0502040204020203" pitchFamily="34" charset="0"/>
              </a:rPr>
              <a:t>Kết hợp </a:t>
            </a:r>
            <a:r>
              <a:rPr lang="vi-VN" sz="2000" b="1">
                <a:latin typeface="Segoe UI" panose="020B0502040204020203" pitchFamily="34" charset="0"/>
                <a:cs typeface="Segoe UI" panose="020B0502040204020203" pitchFamily="34" charset="0"/>
              </a:rPr>
              <a:t>authentication</a:t>
            </a:r>
            <a:r>
              <a:rPr lang="vi-VN" sz="2000">
                <a:latin typeface="Segoe UI" panose="020B0502040204020203" pitchFamily="34" charset="0"/>
                <a:cs typeface="Segoe UI" panose="020B0502040204020203" pitchFamily="34" charset="0"/>
              </a:rPr>
              <a:t> và </a:t>
            </a:r>
            <a:r>
              <a:rPr lang="vi-VN" sz="2000" b="1">
                <a:latin typeface="Segoe UI" panose="020B0502040204020203" pitchFamily="34" charset="0"/>
                <a:cs typeface="Segoe UI" panose="020B0502040204020203" pitchFamily="34" charset="0"/>
              </a:rPr>
              <a:t>authorization</a:t>
            </a:r>
          </a:p>
          <a:p>
            <a:pPr marL="342900" indent="-342900"/>
            <a:r>
              <a:rPr lang="vi-VN" sz="2000">
                <a:latin typeface="Segoe UI" panose="020B0502040204020203" pitchFamily="34" charset="0"/>
                <a:cs typeface="Segoe UI" panose="020B0502040204020203" pitchFamily="34" charset="0"/>
              </a:rPr>
              <a:t>Giảm rủi ro </a:t>
            </a:r>
            <a:r>
              <a:rPr lang="vi-VN" sz="2000" b="1">
                <a:latin typeface="Segoe UI" panose="020B0502040204020203" pitchFamily="34" charset="0"/>
                <a:cs typeface="Segoe UI" panose="020B0502040204020203" pitchFamily="34" charset="0"/>
              </a:rPr>
              <a:t>IDOR</a:t>
            </a:r>
            <a:endParaRPr lang="vi-VN"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Bảo vệ </a:t>
            </a:r>
            <a:r>
              <a:rPr lang="vi-VN" sz="2000" b="1">
                <a:latin typeface="Segoe UI" panose="020B0502040204020203" pitchFamily="34" charset="0"/>
                <a:cs typeface="Segoe UI" panose="020B0502040204020203" pitchFamily="34" charset="0"/>
              </a:rPr>
              <a:t>API endpoint</a:t>
            </a:r>
            <a:endParaRPr lang="en-US" sz="2000" b="1">
              <a:latin typeface="Segoe UI" panose="020B0502040204020203" pitchFamily="34" charset="0"/>
              <a:cs typeface="Segoe UI" panose="020B0502040204020203" pitchFamily="34" charset="0"/>
            </a:endParaRPr>
          </a:p>
          <a:p>
            <a:pPr marL="342900" indent="-342900"/>
            <a:endParaRPr lang="vi-VN" sz="20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000">
                <a:latin typeface="Segoe UI" panose="020B0502040204020203" pitchFamily="34" charset="0"/>
                <a:cs typeface="Segoe UI" panose="020B0502040204020203" pitchFamily="34" charset="0"/>
              </a:rPr>
              <a:t>Lợi ích: </a:t>
            </a:r>
          </a:p>
          <a:p>
            <a:pPr marL="342900" indent="-342900"/>
            <a:r>
              <a:rPr lang="vi-VN" sz="2000">
                <a:latin typeface="Segoe UI" panose="020B0502040204020203" pitchFamily="34" charset="0"/>
                <a:cs typeface="Segoe UI" panose="020B0502040204020203" pitchFamily="34" charset="0"/>
              </a:rPr>
              <a:t>Ngăn chặn truy cập trái phép</a:t>
            </a:r>
            <a:r>
              <a:rPr lang="en-US" sz="2000">
                <a:latin typeface="Segoe UI" panose="020B0502040204020203" pitchFamily="34" charset="0"/>
                <a:cs typeface="Segoe UI" panose="020B0502040204020203" pitchFamily="34" charset="0"/>
              </a:rPr>
              <a:t>.</a:t>
            </a:r>
            <a:endParaRPr lang="vi-VN"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Tuân thủ nguyên tắc bảo mật tối thiểu</a:t>
            </a:r>
            <a:r>
              <a:rPr lang="en-US" sz="2000">
                <a:latin typeface="Segoe UI" panose="020B0502040204020203" pitchFamily="34" charset="0"/>
                <a:cs typeface="Segoe UI" panose="020B0502040204020203" pitchFamily="34" charset="0"/>
              </a:rPr>
              <a:t>.</a:t>
            </a:r>
            <a:endParaRPr lang="vi-VN" sz="2000">
              <a:latin typeface="Segoe UI" panose="020B0502040204020203" pitchFamily="34" charset="0"/>
              <a:cs typeface="Segoe UI" panose="020B0502040204020203" pitchFamily="34" charset="0"/>
            </a:endParaRPr>
          </a:p>
          <a:p>
            <a:pPr marL="342900" indent="-342900"/>
            <a:r>
              <a:rPr lang="vi-VN" sz="2000">
                <a:latin typeface="Segoe UI" panose="020B0502040204020203" pitchFamily="34" charset="0"/>
                <a:cs typeface="Segoe UI" panose="020B0502040204020203" pitchFamily="34" charset="0"/>
              </a:rPr>
              <a:t>Tăng cường khả năng mở rộng</a:t>
            </a:r>
            <a:r>
              <a:rPr lang="en-US" sz="2000">
                <a:latin typeface="Segoe UI" panose="020B0502040204020203" pitchFamily="34" charset="0"/>
                <a:cs typeface="Segoe UI" panose="020B0502040204020203" pitchFamily="34" charset="0"/>
              </a:rPr>
              <a:t>.</a:t>
            </a:r>
          </a:p>
        </p:txBody>
      </p:sp>
      <p:sp>
        <p:nvSpPr>
          <p:cNvPr id="3" name="Slide Number Placeholder 2">
            <a:extLst>
              <a:ext uri="{FF2B5EF4-FFF2-40B4-BE49-F238E27FC236}">
                <a16:creationId xmlns:a16="http://schemas.microsoft.com/office/drawing/2014/main" id="{AD9F097F-9823-B68D-F646-E5E20B363750}"/>
              </a:ext>
            </a:extLst>
          </p:cNvPr>
          <p:cNvSpPr>
            <a:spLocks noGrp="1"/>
          </p:cNvSpPr>
          <p:nvPr>
            <p:ph type="sldNum" sz="quarter" idx="12"/>
          </p:nvPr>
        </p:nvSpPr>
        <p:spPr/>
        <p:txBody>
          <a:bodyPr/>
          <a:lstStyle/>
          <a:p>
            <a:fld id="{CF8920F0-685D-4D8A-A9EF-3EE1A60245BD}" type="slidenum">
              <a:rPr lang="en-US" smtClean="0"/>
              <a:t>65</a:t>
            </a:fld>
            <a:endParaRPr lang="en-US"/>
          </a:p>
        </p:txBody>
      </p:sp>
      <p:sp>
        <p:nvSpPr>
          <p:cNvPr id="5" name="Google Shape;809;p48">
            <a:extLst>
              <a:ext uri="{FF2B5EF4-FFF2-40B4-BE49-F238E27FC236}">
                <a16:creationId xmlns:a16="http://schemas.microsoft.com/office/drawing/2014/main" id="{15E67C2A-C859-1427-85FC-C660423BCDD7}"/>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6020388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46A3E39B-C528-ECE2-AE10-9EB871B310F8}"/>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D1408386-EB33-7BB0-B520-090C518B505D}"/>
              </a:ext>
            </a:extLst>
          </p:cNvPr>
          <p:cNvSpPr txBox="1">
            <a:spLocks noGrp="1"/>
          </p:cNvSpPr>
          <p:nvPr>
            <p:ph type="body" idx="1"/>
          </p:nvPr>
        </p:nvSpPr>
        <p:spPr>
          <a:xfrm>
            <a:off x="720000" y="1203200"/>
            <a:ext cx="7704000" cy="2848410"/>
          </a:xfrm>
          <a:prstGeom prst="rect">
            <a:avLst/>
          </a:prstGeom>
        </p:spPr>
        <p:txBody>
          <a:bodyPr spcFirstLastPara="1" wrap="square" lIns="91425" tIns="91425" rIns="91425" bIns="91425" anchor="t" anchorCtr="0">
            <a:noAutofit/>
          </a:bodyPr>
          <a:lstStyle/>
          <a:p>
            <a:pPr marL="342900" indent="-342900"/>
            <a:endParaRPr lang="en-US" sz="2000">
              <a:latin typeface="Segoe UI" panose="020B0502040204020203" pitchFamily="34" charset="0"/>
              <a:cs typeface="Segoe UI" panose="020B0502040204020203" pitchFamily="34" charset="0"/>
            </a:endParaRPr>
          </a:p>
          <a:p>
            <a:pPr marL="0" indent="0">
              <a:buNone/>
            </a:pPr>
            <a:r>
              <a:rPr lang="vi-VN" sz="2000">
                <a:latin typeface="Segoe UI" panose="020B0502040204020203" pitchFamily="34" charset="0"/>
                <a:cs typeface="Segoe UI" panose="020B0502040204020203" pitchFamily="34" charset="0"/>
              </a:rPr>
              <a:t>Lỗ hổng </a:t>
            </a:r>
            <a:r>
              <a:rPr lang="vi-VN" sz="2000" b="1">
                <a:latin typeface="Segoe UI" panose="020B0502040204020203" pitchFamily="34" charset="0"/>
                <a:cs typeface="Segoe UI" panose="020B0502040204020203" pitchFamily="34" charset="0"/>
              </a:rPr>
              <a:t>Insecure Authorization </a:t>
            </a:r>
            <a:r>
              <a:rPr lang="vi-VN" sz="2000">
                <a:latin typeface="Segoe UI" panose="020B0502040204020203" pitchFamily="34" charset="0"/>
                <a:cs typeface="Segoe UI" panose="020B0502040204020203" pitchFamily="34" charset="0"/>
              </a:rPr>
              <a:t>trong Goatlin được khắc phục bằng cách bổ sung </a:t>
            </a:r>
            <a:r>
              <a:rPr lang="vi-VN" sz="2000" b="1">
                <a:latin typeface="Segoe UI" panose="020B0502040204020203" pitchFamily="34" charset="0"/>
                <a:cs typeface="Segoe UI" panose="020B0502040204020203" pitchFamily="34" charset="0"/>
              </a:rPr>
              <a:t>middleware</a:t>
            </a:r>
            <a:r>
              <a:rPr lang="vi-VN" sz="2000">
                <a:latin typeface="Segoe UI" panose="020B0502040204020203" pitchFamily="34" charset="0"/>
                <a:cs typeface="Segoe UI" panose="020B0502040204020203" pitchFamily="34" charset="0"/>
              </a:rPr>
              <a:t> kiểm tra quyền hạn</a:t>
            </a:r>
            <a:r>
              <a:rPr lang="en-US" sz="2000">
                <a:latin typeface="Segoe UI" panose="020B0502040204020203" pitchFamily="34" charset="0"/>
                <a:cs typeface="Segoe UI" panose="020B0502040204020203" pitchFamily="34" charset="0"/>
              </a:rPr>
              <a:t>:</a:t>
            </a:r>
          </a:p>
          <a:p>
            <a:pPr marL="342900" indent="-342900"/>
            <a:r>
              <a:rPr lang="en-US" sz="2000" err="1">
                <a:latin typeface="Segoe UI" panose="020B0502040204020203" pitchFamily="34" charset="0"/>
                <a:cs typeface="Segoe UI" panose="020B0502040204020203" pitchFamily="34" charset="0"/>
              </a:rPr>
              <a:t>Cải</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thiện đáng kể tính bảo mật của ứng dụng</a:t>
            </a:r>
            <a:r>
              <a:rPr lang="en-US" sz="2000">
                <a:latin typeface="Segoe UI" panose="020B0502040204020203" pitchFamily="34" charset="0"/>
                <a:cs typeface="Segoe UI" panose="020B0502040204020203" pitchFamily="34" charset="0"/>
              </a:rPr>
              <a:t>.</a:t>
            </a:r>
          </a:p>
          <a:p>
            <a:pPr marL="342900" indent="-342900"/>
            <a:r>
              <a:rPr lang="en-US" sz="2000">
                <a:latin typeface="Segoe UI" panose="020B0502040204020203" pitchFamily="34" charset="0"/>
                <a:cs typeface="Segoe UI" panose="020B0502040204020203" pitchFamily="34" charset="0"/>
              </a:rPr>
              <a:t>Đ</a:t>
            </a:r>
            <a:r>
              <a:rPr lang="vi-VN" sz="2000">
                <a:latin typeface="Segoe UI" panose="020B0502040204020203" pitchFamily="34" charset="0"/>
                <a:cs typeface="Segoe UI" panose="020B0502040204020203" pitchFamily="34" charset="0"/>
              </a:rPr>
              <a:t>ảm bảo rằng tài nguyên chỉ được truy cập bởi đúng người dùng sở hữu. </a:t>
            </a:r>
            <a:endParaRPr lang="en-US" sz="2000">
              <a:latin typeface="Segoe UI" panose="020B0502040204020203" pitchFamily="34" charset="0"/>
              <a:cs typeface="Segoe UI" panose="020B0502040204020203" pitchFamily="34" charset="0"/>
            </a:endParaRPr>
          </a:p>
          <a:p>
            <a:pPr marL="342900" indent="-342900"/>
            <a:r>
              <a:rPr lang="en-US" sz="2000" err="1">
                <a:latin typeface="Segoe UI" panose="020B0502040204020203" pitchFamily="34" charset="0"/>
                <a:cs typeface="Segoe UI" panose="020B0502040204020203" pitchFamily="34" charset="0"/>
              </a:rPr>
              <a:t>Giảm</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thiểu nguy cơ lạm dụng và bảo vệ API khỏi các cuộc tấn công tiềm ẩn. </a:t>
            </a:r>
            <a:endParaRPr lang="en-US" sz="20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CA07AA82-E3AB-C56B-265B-3E28B3E5A86F}"/>
              </a:ext>
            </a:extLst>
          </p:cNvPr>
          <p:cNvSpPr>
            <a:spLocks noGrp="1"/>
          </p:cNvSpPr>
          <p:nvPr>
            <p:ph type="sldNum" sz="quarter" idx="12"/>
          </p:nvPr>
        </p:nvSpPr>
        <p:spPr/>
        <p:txBody>
          <a:bodyPr/>
          <a:lstStyle/>
          <a:p>
            <a:fld id="{CF8920F0-685D-4D8A-A9EF-3EE1A60245BD}" type="slidenum">
              <a:rPr lang="en-US" smtClean="0"/>
              <a:t>66</a:t>
            </a:fld>
            <a:endParaRPr lang="en-US"/>
          </a:p>
        </p:txBody>
      </p:sp>
      <p:sp>
        <p:nvSpPr>
          <p:cNvPr id="5" name="Google Shape;809;p48">
            <a:extLst>
              <a:ext uri="{FF2B5EF4-FFF2-40B4-BE49-F238E27FC236}">
                <a16:creationId xmlns:a16="http://schemas.microsoft.com/office/drawing/2014/main" id="{F353EFC3-7B06-D762-AE2C-E8E87EDDDE06}"/>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41959004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103FE73B-9C8D-AC97-42BB-1B9BB0716277}"/>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95207A04-1D6A-86B5-CB2B-A8A4234A4337}"/>
              </a:ext>
            </a:extLst>
          </p:cNvPr>
          <p:cNvSpPr txBox="1">
            <a:spLocks noGrp="1"/>
          </p:cNvSpPr>
          <p:nvPr>
            <p:ph type="title"/>
          </p:nvPr>
        </p:nvSpPr>
        <p:spPr>
          <a:xfrm>
            <a:off x="710575" y="1967872"/>
            <a:ext cx="4332900"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Segoe UI" panose="020B0502040204020203" pitchFamily="34" charset="0"/>
                <a:cs typeface="Segoe UI" panose="020B0502040204020203" pitchFamily="34" charset="0"/>
              </a:rPr>
              <a:t>CODE TAMPERING </a:t>
            </a:r>
            <a:br>
              <a:rPr lang="en-US" sz="2400" dirty="0">
                <a:latin typeface="Segoe UI" panose="020B0502040204020203" pitchFamily="34" charset="0"/>
                <a:cs typeface="Segoe UI" panose="020B0502040204020203" pitchFamily="34" charset="0"/>
              </a:rPr>
            </a:br>
            <a:r>
              <a:rPr lang="en-US" sz="2400" dirty="0">
                <a:latin typeface="Segoe UI" panose="020B0502040204020203" pitchFamily="34" charset="0"/>
                <a:cs typeface="Segoe UI" panose="020B0502040204020203" pitchFamily="34" charset="0"/>
              </a:rPr>
              <a:t>(SỬA ĐỔI MÃ NGUỒN)</a:t>
            </a:r>
          </a:p>
        </p:txBody>
      </p:sp>
      <p:sp>
        <p:nvSpPr>
          <p:cNvPr id="231" name="Google Shape;231;p30">
            <a:extLst>
              <a:ext uri="{FF2B5EF4-FFF2-40B4-BE49-F238E27FC236}">
                <a16:creationId xmlns:a16="http://schemas.microsoft.com/office/drawing/2014/main" id="{2FD351EC-6BBF-A0B7-43C7-65441C935E6A}"/>
              </a:ext>
            </a:extLst>
          </p:cNvPr>
          <p:cNvSpPr txBox="1">
            <a:spLocks noGrp="1"/>
          </p:cNvSpPr>
          <p:nvPr>
            <p:ph type="title" idx="2"/>
          </p:nvPr>
        </p:nvSpPr>
        <p:spPr>
          <a:xfrm>
            <a:off x="710575"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M-8</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56371ACD-0F9A-403A-5551-6E51AF9782BA}"/>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5143FD7A-5969-A004-B07A-8A0C614DC5D2}"/>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2658FBA8-12E5-A328-6DEC-487B1506E712}"/>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04F460CB-6276-4DBE-602C-4D1E97A63D89}"/>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3F79B63F-3145-6271-9561-F4FD03E61029}"/>
              </a:ext>
            </a:extLst>
          </p:cNvPr>
          <p:cNvSpPr>
            <a:spLocks noGrp="1"/>
          </p:cNvSpPr>
          <p:nvPr>
            <p:ph type="sldNum" sz="quarter" idx="12"/>
          </p:nvPr>
        </p:nvSpPr>
        <p:spPr/>
        <p:txBody>
          <a:bodyPr/>
          <a:lstStyle/>
          <a:p>
            <a:fld id="{CF8920F0-685D-4D8A-A9EF-3EE1A60245BD}" type="slidenum">
              <a:rPr lang="en-US" smtClean="0"/>
              <a:t>67</a:t>
            </a:fld>
            <a:endParaRPr lang="en-US"/>
          </a:p>
        </p:txBody>
      </p:sp>
      <p:pic>
        <p:nvPicPr>
          <p:cNvPr id="5" name="Picture 4">
            <a:extLst>
              <a:ext uri="{FF2B5EF4-FFF2-40B4-BE49-F238E27FC236}">
                <a16:creationId xmlns:a16="http://schemas.microsoft.com/office/drawing/2014/main" id="{41BCA120-A24F-54D2-EF85-A121352E5391}"/>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35151375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49998821-B7AF-D7E6-6565-8D2C56AE84E1}"/>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CE2F87E9-7036-A940-BBA5-8A144FF246BF}"/>
              </a:ext>
            </a:extLst>
          </p:cNvPr>
          <p:cNvSpPr txBox="1">
            <a:spLocks noGrp="1"/>
          </p:cNvSpPr>
          <p:nvPr>
            <p:ph type="body" idx="1"/>
          </p:nvPr>
        </p:nvSpPr>
        <p:spPr>
          <a:xfrm>
            <a:off x="720000" y="1203200"/>
            <a:ext cx="7704000" cy="2573346"/>
          </a:xfrm>
          <a:prstGeom prst="rect">
            <a:avLst/>
          </a:prstGeom>
        </p:spPr>
        <p:txBody>
          <a:bodyPr spcFirstLastPara="1" wrap="square" lIns="91425" tIns="91425" rIns="91425" bIns="91425" anchor="t" anchorCtr="0">
            <a:noAutofit/>
          </a:bodyPr>
          <a:lstStyle/>
          <a:p>
            <a:pPr marL="0" indent="0">
              <a:buNone/>
            </a:pPr>
            <a:endParaRPr lang="en-US" sz="2400">
              <a:latin typeface="Segoe UI" panose="020B0502040204020203" pitchFamily="34" charset="0"/>
              <a:cs typeface="Segoe UI" panose="020B0502040204020203" pitchFamily="34" charset="0"/>
            </a:endParaRPr>
          </a:p>
          <a:p>
            <a:pPr marL="285750" indent="-285750"/>
            <a:r>
              <a:rPr lang="vi-VN" sz="2000">
                <a:latin typeface="Segoe UI" panose="020B0502040204020203" pitchFamily="34" charset="0"/>
                <a:cs typeface="Segoe UI" panose="020B0502040204020203" pitchFamily="34" charset="0"/>
              </a:rPr>
              <a:t>Sau khi ứng dụng di động được phân phối và cài đặt trên thiết bị, mã và dữ liệu sẽ có sẵn </a:t>
            </a:r>
            <a:r>
              <a:rPr lang="en-US" sz="2000" err="1">
                <a:latin typeface="Segoe UI" panose="020B0502040204020203" pitchFamily="34" charset="0"/>
                <a:cs typeface="Segoe UI" panose="020B0502040204020203" pitchFamily="34" charset="0"/>
              </a:rPr>
              <a:t>tại</a:t>
            </a:r>
            <a:r>
              <a:rPr lang="vi-VN" sz="2000">
                <a:latin typeface="Segoe UI" panose="020B0502040204020203" pitchFamily="34" charset="0"/>
                <a:cs typeface="Segoe UI" panose="020B0502040204020203" pitchFamily="34" charset="0"/>
              </a:rPr>
              <a:t> đó. </a:t>
            </a:r>
            <a:endParaRPr lang="en-US" sz="2000">
              <a:latin typeface="Segoe UI" panose="020B0502040204020203" pitchFamily="34" charset="0"/>
              <a:cs typeface="Segoe UI" panose="020B0502040204020203" pitchFamily="34" charset="0"/>
            </a:endParaRPr>
          </a:p>
          <a:p>
            <a:pPr marL="285750" indent="-285750"/>
            <a:r>
              <a:rPr lang="en-US" sz="2000" err="1">
                <a:latin typeface="Segoe UI" panose="020B0502040204020203" pitchFamily="34" charset="0"/>
                <a:cs typeface="Segoe UI" panose="020B0502040204020203" pitchFamily="34" charset="0"/>
              </a:rPr>
              <a:t>Kẻ</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tấn</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công</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có</a:t>
            </a:r>
            <a:r>
              <a:rPr lang="en-US" sz="20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cơ hội trực tiếp sửa đổi mã, thao túng nội dung bộ nhớ, thay đổi hoặc thay thế API hệ thống hoặc đơn giản là sửa đổi dữ liệu và tài nguyên của ứng dụng</a:t>
            </a:r>
            <a:endParaRPr lang="en-US" sz="20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3418356A-A90C-F5E6-DCFF-9DB810F237A3}"/>
              </a:ext>
            </a:extLst>
          </p:cNvPr>
          <p:cNvSpPr>
            <a:spLocks noGrp="1"/>
          </p:cNvSpPr>
          <p:nvPr>
            <p:ph type="sldNum" sz="quarter" idx="12"/>
          </p:nvPr>
        </p:nvSpPr>
        <p:spPr/>
        <p:txBody>
          <a:bodyPr/>
          <a:lstStyle/>
          <a:p>
            <a:fld id="{CF8920F0-685D-4D8A-A9EF-3EE1A60245BD}" type="slidenum">
              <a:rPr lang="en-US" smtClean="0"/>
              <a:t>68</a:t>
            </a:fld>
            <a:endParaRPr lang="en-US"/>
          </a:p>
        </p:txBody>
      </p:sp>
      <p:sp>
        <p:nvSpPr>
          <p:cNvPr id="5" name="Google Shape;809;p48">
            <a:extLst>
              <a:ext uri="{FF2B5EF4-FFF2-40B4-BE49-F238E27FC236}">
                <a16:creationId xmlns:a16="http://schemas.microsoft.com/office/drawing/2014/main" id="{9C1B3FCF-0308-F755-0CC8-4E28049AC04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5543222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8DB128CB-CF19-C2DC-FF16-E869D537AFB2}"/>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5F6596C4-95BD-5A12-1842-29A56D69B164}"/>
              </a:ext>
            </a:extLst>
          </p:cNvPr>
          <p:cNvSpPr txBox="1">
            <a:spLocks noGrp="1"/>
          </p:cNvSpPr>
          <p:nvPr>
            <p:ph type="body" idx="1"/>
          </p:nvPr>
        </p:nvSpPr>
        <p:spPr>
          <a:xfrm>
            <a:off x="720000" y="1203200"/>
            <a:ext cx="7704000" cy="2873500"/>
          </a:xfrm>
          <a:prstGeom prst="rect">
            <a:avLst/>
          </a:prstGeom>
        </p:spPr>
        <p:txBody>
          <a:bodyPr spcFirstLastPara="1" wrap="square" lIns="91425" tIns="91425" rIns="91425" bIns="91425" anchor="t" anchorCtr="0">
            <a:noAutofit/>
          </a:bodyPr>
          <a:lstStyle/>
          <a:p>
            <a:pPr marL="0" indent="0">
              <a:buNone/>
            </a:pPr>
            <a:r>
              <a:rPr lang="en-US" sz="1800" err="1">
                <a:latin typeface="Segoe UI" panose="020B0502040204020203" pitchFamily="34" charset="0"/>
                <a:cs typeface="Segoe UI" panose="020B0502040204020203" pitchFamily="34" charset="0"/>
              </a:rPr>
              <a:t>Các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lỗ</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hổng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cụ</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thể</a:t>
            </a:r>
            <a:r>
              <a:rPr lang="en-US" sz="1800">
                <a:latin typeface="Segoe UI" panose="020B0502040204020203" pitchFamily="34" charset="0"/>
                <a:cs typeface="Segoe UI" panose="020B0502040204020203" pitchFamily="34" charset="0"/>
              </a:rPr>
              <a:t> như </a:t>
            </a:r>
            <a:r>
              <a:rPr lang="en-US" sz="1800" err="1">
                <a:latin typeface="Segoe UI" panose="020B0502040204020203" pitchFamily="34" charset="0"/>
                <a:cs typeface="Segoe UI" panose="020B0502040204020203" pitchFamily="34" charset="0"/>
              </a:rPr>
              <a:t>sau</a:t>
            </a:r>
            <a:r>
              <a:rPr lang="en-US" sz="1800">
                <a:latin typeface="Segoe UI" panose="020B0502040204020203" pitchFamily="34" charset="0"/>
                <a:cs typeface="Segoe UI" panose="020B0502040204020203" pitchFamily="34" charset="0"/>
              </a:rPr>
              <a:t>:</a:t>
            </a:r>
          </a:p>
          <a:p>
            <a:pPr marL="285750" indent="-285750"/>
            <a:r>
              <a:rPr lang="vi-VN" sz="1800" b="1">
                <a:latin typeface="Segoe UI" panose="020B0502040204020203" pitchFamily="34" charset="0"/>
                <a:cs typeface="Segoe UI" panose="020B0502040204020203" pitchFamily="34" charset="0"/>
              </a:rPr>
              <a:t>Bypass cơ chế bảo mật</a:t>
            </a:r>
            <a:r>
              <a:rPr lang="vi-VN" sz="1800">
                <a:latin typeface="Segoe UI" panose="020B0502040204020203" pitchFamily="34" charset="0"/>
                <a:cs typeface="Segoe UI" panose="020B0502040204020203" pitchFamily="34" charset="0"/>
              </a:rPr>
              <a:t>: Kẻ tấn công chỉnh sửa mã nguồn hoặc cấu hình ứng dụng để vô hiệu hóa các biện pháp bảo mật</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a:t>
            </a:r>
            <a:endParaRPr lang="en-US" sz="1800">
              <a:latin typeface="Segoe UI" panose="020B0502040204020203" pitchFamily="34" charset="0"/>
              <a:cs typeface="Segoe UI" panose="020B0502040204020203" pitchFamily="34" charset="0"/>
            </a:endParaRPr>
          </a:p>
          <a:p>
            <a:pPr marL="285750" indent="-285750"/>
            <a:r>
              <a:rPr lang="vi-VN" sz="1800" b="1">
                <a:latin typeface="Segoe UI" panose="020B0502040204020203" pitchFamily="34" charset="0"/>
                <a:cs typeface="Segoe UI" panose="020B0502040204020203" pitchFamily="34" charset="0"/>
              </a:rPr>
              <a:t>Chèn mã độc (Malicious Code Injection)</a:t>
            </a:r>
            <a:r>
              <a:rPr lang="vi-VN" sz="1800">
                <a:latin typeface="Segoe UI" panose="020B0502040204020203" pitchFamily="34" charset="0"/>
                <a:cs typeface="Segoe UI" panose="020B0502040204020203" pitchFamily="34" charset="0"/>
              </a:rPr>
              <a:t>: Kẻ tấn công tiêm mã độc vào ứng dụng để thực hiện các hành động nguy hại</a:t>
            </a:r>
            <a:r>
              <a:rPr lang="en-US" sz="1800">
                <a:latin typeface="Segoe UI" panose="020B0502040204020203" pitchFamily="34" charset="0"/>
                <a:cs typeface="Segoe UI" panose="020B0502040204020203" pitchFamily="34" charset="0"/>
              </a:rPr>
              <a:t>.</a:t>
            </a:r>
          </a:p>
          <a:p>
            <a:pPr marL="285750" indent="-285750"/>
            <a:r>
              <a:rPr lang="vi-VN" sz="1800" b="1">
                <a:latin typeface="Segoe UI" panose="020B0502040204020203" pitchFamily="34" charset="0"/>
                <a:cs typeface="Segoe UI" panose="020B0502040204020203" pitchFamily="34" charset="0"/>
              </a:rPr>
              <a:t>Can thiệp runtime (Runtime Manipulation)</a:t>
            </a:r>
            <a:r>
              <a:rPr lang="vi-VN" sz="1800">
                <a:latin typeface="Segoe UI" panose="020B0502040204020203" pitchFamily="34" charset="0"/>
                <a:cs typeface="Segoe UI" panose="020B0502040204020203" pitchFamily="34" charset="0"/>
              </a:rPr>
              <a:t>: Thay đổi hành vi của ứng dụng khi đang chạy</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a:t>
            </a:r>
            <a:endParaRPr lang="en-US" sz="1800">
              <a:latin typeface="Segoe UI" panose="020B0502040204020203" pitchFamily="34" charset="0"/>
              <a:cs typeface="Segoe UI" panose="020B0502040204020203" pitchFamily="34" charset="0"/>
            </a:endParaRPr>
          </a:p>
          <a:p>
            <a:pPr marL="285750" indent="-285750"/>
            <a:r>
              <a:rPr lang="vi-VN" sz="1800" b="1">
                <a:latin typeface="Segoe UI" panose="020B0502040204020203" pitchFamily="34" charset="0"/>
                <a:cs typeface="Segoe UI" panose="020B0502040204020203" pitchFamily="34" charset="0"/>
              </a:rPr>
              <a:t>Hooking để đánh cắp dữ liệu (Data Interception)</a:t>
            </a:r>
            <a:r>
              <a:rPr lang="vi-VN" sz="1800">
                <a:latin typeface="Segoe UI" panose="020B0502040204020203" pitchFamily="34" charset="0"/>
                <a:cs typeface="Segoe UI" panose="020B0502040204020203" pitchFamily="34" charset="0"/>
              </a:rPr>
              <a:t>:</a:t>
            </a:r>
            <a:r>
              <a:rPr lang="vi-VN" sz="1800" b="1">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Tấn công vào các API của ứng dụng bằng cách sử dụng các kỹ thuật hooking</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a:t>
            </a: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1A0C67BD-A10A-DC31-FF49-79E4CBEA73C2}"/>
              </a:ext>
            </a:extLst>
          </p:cNvPr>
          <p:cNvSpPr>
            <a:spLocks noGrp="1"/>
          </p:cNvSpPr>
          <p:nvPr>
            <p:ph type="sldNum" sz="quarter" idx="12"/>
          </p:nvPr>
        </p:nvSpPr>
        <p:spPr/>
        <p:txBody>
          <a:bodyPr/>
          <a:lstStyle/>
          <a:p>
            <a:fld id="{CF8920F0-685D-4D8A-A9EF-3EE1A60245BD}" type="slidenum">
              <a:rPr lang="en-US" smtClean="0"/>
              <a:t>69</a:t>
            </a:fld>
            <a:endParaRPr lang="en-US"/>
          </a:p>
        </p:txBody>
      </p:sp>
      <p:sp>
        <p:nvSpPr>
          <p:cNvPr id="5" name="Google Shape;809;p48">
            <a:extLst>
              <a:ext uri="{FF2B5EF4-FFF2-40B4-BE49-F238E27FC236}">
                <a16:creationId xmlns:a16="http://schemas.microsoft.com/office/drawing/2014/main" id="{34EE3B4F-84B8-ECF8-C24D-E8FFF08C26F5}"/>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3280891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8C26F7A2-612F-C98F-CC74-265F24F5FD81}"/>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2D352EA9-3323-73DC-B412-6F366E8E2635}"/>
              </a:ext>
            </a:extLst>
          </p:cNvPr>
          <p:cNvSpPr txBox="1">
            <a:spLocks noGrp="1"/>
          </p:cNvSpPr>
          <p:nvPr>
            <p:ph type="body" idx="1"/>
          </p:nvPr>
        </p:nvSpPr>
        <p:spPr>
          <a:xfrm>
            <a:off x="720000" y="1203200"/>
            <a:ext cx="7704000" cy="16085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Thực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hiện</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kiểm</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tra</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nếu</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thiết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bị</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bị</a:t>
            </a:r>
            <a:r>
              <a:rPr lang="en-US" sz="1800">
                <a:latin typeface="Segoe UI" panose="020B0502040204020203" pitchFamily="34" charset="0"/>
                <a:cs typeface="Segoe UI" panose="020B0502040204020203" pitchFamily="34" charset="0"/>
              </a:rPr>
              <a:t> root qua </a:t>
            </a:r>
            <a:r>
              <a:rPr lang="en-US" sz="1800" err="1">
                <a:latin typeface="Segoe UI" panose="020B0502040204020203" pitchFamily="34" charset="0"/>
                <a:cs typeface="Segoe UI" panose="020B0502040204020203" pitchFamily="34" charset="0"/>
              </a:rPr>
              <a:t>Lớp</a:t>
            </a:r>
            <a:r>
              <a:rPr lang="en-US" sz="1800">
                <a:latin typeface="Segoe UI" panose="020B0502040204020203" pitchFamily="34" charset="0"/>
                <a:cs typeface="Segoe UI" panose="020B0502040204020203" pitchFamily="34" charset="0"/>
              </a:rPr>
              <a:t> </a:t>
            </a:r>
            <a:r>
              <a:rPr lang="en-US" sz="1800" b="1" err="1">
                <a:latin typeface="Segoe UI" panose="020B0502040204020203" pitchFamily="34" charset="0"/>
                <a:cs typeface="Segoe UI" panose="020B0502040204020203" pitchFamily="34" charset="0"/>
              </a:rPr>
              <a:t>RootDetectionHelper</a:t>
            </a:r>
            <a:r>
              <a:rPr lang="en-US" sz="18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en-US" sz="1800" b="1" err="1">
                <a:latin typeface="Segoe UI" panose="020B0502040204020203" pitchFamily="34" charset="0"/>
                <a:cs typeface="Segoe UI" panose="020B0502040204020203" pitchFamily="34" charset="0"/>
              </a:rPr>
              <a:t>detectDeveloperBuild</a:t>
            </a:r>
            <a:r>
              <a:rPr lang="en-US" sz="1800" b="1">
                <a:latin typeface="Segoe UI" panose="020B0502040204020203" pitchFamily="34" charset="0"/>
                <a:cs typeface="Segoe UI" panose="020B0502040204020203" pitchFamily="34" charset="0"/>
              </a:rPr>
              <a:t>()</a:t>
            </a:r>
            <a:r>
              <a:rPr lang="en-US" sz="1800">
                <a:latin typeface="Segoe UI" panose="020B0502040204020203" pitchFamily="34" charset="0"/>
                <a:cs typeface="Segoe UI" panose="020B0502040204020203" pitchFamily="34" charset="0"/>
              </a:rPr>
              <a:t>:</a:t>
            </a:r>
            <a:r>
              <a:rPr lang="en-US" sz="1800" b="1">
                <a:latin typeface="Segoe UI" panose="020B0502040204020203" pitchFamily="34" charset="0"/>
                <a:cs typeface="Segoe UI" panose="020B0502040204020203" pitchFamily="34" charset="0"/>
              </a:rPr>
              <a:t> </a:t>
            </a:r>
            <a:r>
              <a:rPr lang="en-US" sz="1800">
                <a:latin typeface="Segoe UI" panose="020B0502040204020203" pitchFamily="34" charset="0"/>
                <a:cs typeface="Segoe UI" panose="020B0502040204020203" pitchFamily="34" charset="0"/>
              </a:rPr>
              <a:t>P</a:t>
            </a:r>
            <a:r>
              <a:rPr lang="vi-VN" sz="1800">
                <a:latin typeface="Segoe UI" panose="020B0502040204020203" pitchFamily="34" charset="0"/>
                <a:cs typeface="Segoe UI" panose="020B0502040204020203" pitchFamily="34" charset="0"/>
              </a:rPr>
              <a:t>hát hiện firmware được xây dựng dành cho nhà phát triển hoặc đã chỉnh sửa, thông qua </a:t>
            </a:r>
            <a:r>
              <a:rPr lang="vi-VN" sz="1800" b="1">
                <a:latin typeface="Segoe UI" panose="020B0502040204020203" pitchFamily="34" charset="0"/>
                <a:cs typeface="Segoe UI" panose="020B0502040204020203" pitchFamily="34" charset="0"/>
              </a:rPr>
              <a:t>Build.TAGS</a:t>
            </a:r>
            <a:r>
              <a:rPr lang="en-US" sz="1800">
                <a:latin typeface="Segoe UI" panose="020B0502040204020203" pitchFamily="34" charset="0"/>
                <a:cs typeface="Segoe UI" panose="020B0502040204020203" pitchFamily="34" charset="0"/>
              </a:rPr>
              <a:t>.</a:t>
            </a:r>
          </a:p>
          <a:p>
            <a:pPr marL="0" lvl="0" indent="0" algn="l" rtl="0">
              <a:spcBef>
                <a:spcPts val="0"/>
              </a:spcBef>
              <a:spcAft>
                <a:spcPts val="0"/>
              </a:spcAft>
              <a:buNone/>
            </a:pPr>
            <a:r>
              <a:rPr lang="en-US" sz="1800" err="1">
                <a:latin typeface="Segoe UI" panose="020B0502040204020203" pitchFamily="34" charset="0"/>
                <a:cs typeface="Segoe UI" panose="020B0502040204020203" pitchFamily="34" charset="0"/>
              </a:rPr>
              <a:t>Nếu</a:t>
            </a:r>
            <a:r>
              <a:rPr lang="en-US" sz="1800">
                <a:latin typeface="Segoe UI" panose="020B0502040204020203" pitchFamily="34" charset="0"/>
                <a:cs typeface="Segoe UI" panose="020B0502040204020203" pitchFamily="34" charset="0"/>
              </a:rPr>
              <a:t> </a:t>
            </a:r>
            <a:r>
              <a:rPr lang="en-US" sz="1800" b="1" err="1">
                <a:latin typeface="Segoe UI" panose="020B0502040204020203" pitchFamily="34" charset="0"/>
                <a:cs typeface="Segoe UI" panose="020B0502040204020203" pitchFamily="34" charset="0"/>
              </a:rPr>
              <a:t>Build.TAGS</a:t>
            </a:r>
            <a:r>
              <a:rPr lang="en-US" sz="1800" b="1">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có</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chứa</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test-keys</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thì</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thiết</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bị</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có</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khả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năng</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đã</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bị</a:t>
            </a:r>
            <a:r>
              <a:rPr lang="en-US" sz="1800">
                <a:latin typeface="Segoe UI" panose="020B0502040204020203" pitchFamily="34" charset="0"/>
                <a:cs typeface="Segoe UI" panose="020B0502040204020203" pitchFamily="34" charset="0"/>
              </a:rPr>
              <a:t> root.</a:t>
            </a:r>
          </a:p>
        </p:txBody>
      </p:sp>
      <p:pic>
        <p:nvPicPr>
          <p:cNvPr id="58370" name="Picture 2" descr="A screen shot of a computer&#10;&#10;Description automatically generated">
            <a:extLst>
              <a:ext uri="{FF2B5EF4-FFF2-40B4-BE49-F238E27FC236}">
                <a16:creationId xmlns:a16="http://schemas.microsoft.com/office/drawing/2014/main" id="{301D3F82-D40C-C733-2DBD-FCDFD025F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2961854"/>
            <a:ext cx="7704000" cy="107901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765D08E-4E9C-E0FB-971C-E98A042E70A6}"/>
              </a:ext>
            </a:extLst>
          </p:cNvPr>
          <p:cNvSpPr>
            <a:spLocks noGrp="1"/>
          </p:cNvSpPr>
          <p:nvPr>
            <p:ph type="sldNum" sz="quarter" idx="12"/>
          </p:nvPr>
        </p:nvSpPr>
        <p:spPr/>
        <p:txBody>
          <a:bodyPr/>
          <a:lstStyle/>
          <a:p>
            <a:fld id="{CF8920F0-685D-4D8A-A9EF-3EE1A60245BD}" type="slidenum">
              <a:rPr lang="en-US" smtClean="0"/>
              <a:t>70</a:t>
            </a:fld>
            <a:endParaRPr lang="en-US"/>
          </a:p>
        </p:txBody>
      </p:sp>
      <p:sp>
        <p:nvSpPr>
          <p:cNvPr id="5" name="Google Shape;809;p48">
            <a:extLst>
              <a:ext uri="{FF2B5EF4-FFF2-40B4-BE49-F238E27FC236}">
                <a16:creationId xmlns:a16="http://schemas.microsoft.com/office/drawing/2014/main" id="{28D79C75-C587-BA1F-973A-DCE1D3ADED0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6220362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216C7788-557C-0481-7465-1F0DC65B7976}"/>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37146C80-88C7-A078-A98B-A916CDA9DC62}"/>
              </a:ext>
            </a:extLst>
          </p:cNvPr>
          <p:cNvSpPr txBox="1">
            <a:spLocks noGrp="1"/>
          </p:cNvSpPr>
          <p:nvPr>
            <p:ph type="body" idx="1"/>
          </p:nvPr>
        </p:nvSpPr>
        <p:spPr>
          <a:xfrm>
            <a:off x="720000" y="1203200"/>
            <a:ext cx="7704000" cy="10790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err="1">
                <a:latin typeface="Segoe UI" panose="020B0502040204020203" pitchFamily="34" charset="0"/>
                <a:cs typeface="Segoe UI" panose="020B0502040204020203" pitchFamily="34" charset="0"/>
              </a:rPr>
              <a:t>detectRootedAPKs</a:t>
            </a:r>
            <a:r>
              <a:rPr lang="en-US" sz="1800" b="1">
                <a:latin typeface="Segoe UI" panose="020B0502040204020203" pitchFamily="34" charset="0"/>
                <a:cs typeface="Segoe UI" panose="020B0502040204020203" pitchFamily="34" charset="0"/>
              </a:rPr>
              <a: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Phát hiện các ứng dụng liên quan đến root đã được cài đặt</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a:t>
            </a:r>
          </a:p>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Dùng </a:t>
            </a:r>
            <a:r>
              <a:rPr lang="vi-VN" sz="1800" b="1">
                <a:latin typeface="Segoe UI" panose="020B0502040204020203" pitchFamily="34" charset="0"/>
                <a:cs typeface="Segoe UI" panose="020B0502040204020203" pitchFamily="34" charset="0"/>
              </a:rPr>
              <a:t>PackageManager</a:t>
            </a:r>
            <a:r>
              <a:rPr lang="vi-VN" sz="1800">
                <a:latin typeface="Segoe UI" panose="020B0502040204020203" pitchFamily="34" charset="0"/>
                <a:cs typeface="Segoe UI" panose="020B0502040204020203" pitchFamily="34" charset="0"/>
              </a:rPr>
              <a:t> để kiểm tra sự tồn tại của các gói APK phổ biến liên quan đến root</a:t>
            </a:r>
            <a:r>
              <a:rPr lang="en-US" sz="1800">
                <a:latin typeface="Segoe UI" panose="020B0502040204020203" pitchFamily="34" charset="0"/>
                <a:cs typeface="Segoe UI" panose="020B0502040204020203" pitchFamily="34" charset="0"/>
              </a:rPr>
              <a:t>.</a:t>
            </a:r>
          </a:p>
        </p:txBody>
      </p:sp>
      <p:pic>
        <p:nvPicPr>
          <p:cNvPr id="63490" name="Picture 2" descr="A computer screen shot of a program code&#10;&#10;Description automatically generated">
            <a:extLst>
              <a:ext uri="{FF2B5EF4-FFF2-40B4-BE49-F238E27FC236}">
                <a16:creationId xmlns:a16="http://schemas.microsoft.com/office/drawing/2014/main" id="{4DD71130-78B1-671C-F2F0-8596BC615B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073"/>
          <a:stretch/>
        </p:blipFill>
        <p:spPr bwMode="auto">
          <a:xfrm>
            <a:off x="720000" y="2571750"/>
            <a:ext cx="4049078" cy="1398440"/>
          </a:xfrm>
          <a:prstGeom prst="rect">
            <a:avLst/>
          </a:prstGeom>
          <a:noFill/>
          <a:extLst>
            <a:ext uri="{909E8E84-426E-40DD-AFC4-6F175D3DCCD1}">
              <a14:hiddenFill xmlns:a14="http://schemas.microsoft.com/office/drawing/2010/main">
                <a:solidFill>
                  <a:srgbClr val="FFFFFF"/>
                </a:solidFill>
              </a14:hiddenFill>
            </a:ext>
          </a:extLst>
        </p:spPr>
      </p:pic>
      <p:pic>
        <p:nvPicPr>
          <p:cNvPr id="63492" name="Picture 4" descr="A computer screen shot of a program code&#10;&#10;Description automatically generated">
            <a:extLst>
              <a:ext uri="{FF2B5EF4-FFF2-40B4-BE49-F238E27FC236}">
                <a16:creationId xmlns:a16="http://schemas.microsoft.com/office/drawing/2014/main" id="{8322EE34-ADE7-CD2A-43CD-41A090F512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855" b="2603"/>
          <a:stretch/>
        </p:blipFill>
        <p:spPr bwMode="auto">
          <a:xfrm>
            <a:off x="4717511" y="2571750"/>
            <a:ext cx="3706489" cy="139844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D7C62D8-37AF-DA83-8E37-CA9C1BB273D7}"/>
              </a:ext>
            </a:extLst>
          </p:cNvPr>
          <p:cNvSpPr>
            <a:spLocks noGrp="1"/>
          </p:cNvSpPr>
          <p:nvPr>
            <p:ph type="sldNum" sz="quarter" idx="12"/>
          </p:nvPr>
        </p:nvSpPr>
        <p:spPr/>
        <p:txBody>
          <a:bodyPr/>
          <a:lstStyle/>
          <a:p>
            <a:fld id="{CF8920F0-685D-4D8A-A9EF-3EE1A60245BD}" type="slidenum">
              <a:rPr lang="en-US" smtClean="0"/>
              <a:t>71</a:t>
            </a:fld>
            <a:endParaRPr lang="en-US"/>
          </a:p>
        </p:txBody>
      </p:sp>
      <p:sp>
        <p:nvSpPr>
          <p:cNvPr id="5" name="Google Shape;809;p48">
            <a:extLst>
              <a:ext uri="{FF2B5EF4-FFF2-40B4-BE49-F238E27FC236}">
                <a16:creationId xmlns:a16="http://schemas.microsoft.com/office/drawing/2014/main" id="{E23D7E16-53F9-63D4-3268-E65CDD1C40C8}"/>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8618773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67D4E4BB-7EE3-C211-1601-53E8AF00B091}"/>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EA82E64A-1340-A699-7D36-F55915AFE8F0}"/>
              </a:ext>
            </a:extLst>
          </p:cNvPr>
          <p:cNvSpPr txBox="1">
            <a:spLocks noGrp="1"/>
          </p:cNvSpPr>
          <p:nvPr>
            <p:ph type="body" idx="1"/>
          </p:nvPr>
        </p:nvSpPr>
        <p:spPr>
          <a:xfrm>
            <a:off x="720000" y="1203200"/>
            <a:ext cx="7704000" cy="10790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err="1">
                <a:latin typeface="Segoe UI" panose="020B0502040204020203" pitchFamily="34" charset="0"/>
                <a:cs typeface="Segoe UI" panose="020B0502040204020203" pitchFamily="34" charset="0"/>
              </a:rPr>
              <a:t>detectForSUBinaries</a:t>
            </a:r>
            <a:r>
              <a:rPr lang="en-US" sz="1800" b="1">
                <a:latin typeface="Segoe UI" panose="020B0502040204020203" pitchFamily="34" charset="0"/>
                <a:cs typeface="Segoe UI" panose="020B0502040204020203" pitchFamily="34" charset="0"/>
              </a:rPr>
              <a: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Tìm kiếm các </a:t>
            </a:r>
            <a:r>
              <a:rPr lang="vi-VN" sz="1800" b="1">
                <a:latin typeface="Segoe UI" panose="020B0502040204020203" pitchFamily="34" charset="0"/>
                <a:cs typeface="Segoe UI" panose="020B0502040204020203" pitchFamily="34" charset="0"/>
              </a:rPr>
              <a:t>tệp nhị phân (su) </a:t>
            </a:r>
            <a:r>
              <a:rPr lang="vi-VN" sz="1800">
                <a:latin typeface="Segoe UI" panose="020B0502040204020203" pitchFamily="34" charset="0"/>
                <a:cs typeface="Segoe UI" panose="020B0502040204020203" pitchFamily="34" charset="0"/>
              </a:rPr>
              <a:t>hoặc tệp liên quan đến root trong hệ thống</a:t>
            </a:r>
            <a:r>
              <a:rPr lang="en-US" sz="1800">
                <a:latin typeface="Segoe UI" panose="020B0502040204020203" pitchFamily="34" charset="0"/>
                <a:cs typeface="Segoe UI" panose="020B0502040204020203" pitchFamily="34" charset="0"/>
              </a:rPr>
              <a:t>.</a:t>
            </a:r>
            <a:endParaRPr lang="vi-VN" sz="18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Kiểm tra sự tồn tại của các đường dẫn phổ biến liên quan đến root</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a:t>
            </a:r>
            <a:endParaRPr lang="en-US" sz="1800">
              <a:latin typeface="Segoe UI" panose="020B0502040204020203" pitchFamily="34" charset="0"/>
              <a:cs typeface="Segoe UI" panose="020B0502040204020203" pitchFamily="34" charset="0"/>
            </a:endParaRPr>
          </a:p>
        </p:txBody>
      </p:sp>
      <p:pic>
        <p:nvPicPr>
          <p:cNvPr id="62466" name="Picture 2" descr="A screen shot of a computer&#10;&#10;Description automatically generated">
            <a:extLst>
              <a:ext uri="{FF2B5EF4-FFF2-40B4-BE49-F238E27FC236}">
                <a16:creationId xmlns:a16="http://schemas.microsoft.com/office/drawing/2014/main" id="{26E8963F-539A-A922-994A-935DAE7AE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857" y="2279153"/>
            <a:ext cx="5328285" cy="268424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F2BB9778-70A8-77ED-2BCA-1385994F5306}"/>
              </a:ext>
            </a:extLst>
          </p:cNvPr>
          <p:cNvSpPr>
            <a:spLocks noGrp="1"/>
          </p:cNvSpPr>
          <p:nvPr>
            <p:ph type="sldNum" sz="quarter" idx="12"/>
          </p:nvPr>
        </p:nvSpPr>
        <p:spPr/>
        <p:txBody>
          <a:bodyPr/>
          <a:lstStyle/>
          <a:p>
            <a:fld id="{CF8920F0-685D-4D8A-A9EF-3EE1A60245BD}" type="slidenum">
              <a:rPr lang="en-US" smtClean="0"/>
              <a:t>72</a:t>
            </a:fld>
            <a:endParaRPr lang="en-US"/>
          </a:p>
        </p:txBody>
      </p:sp>
      <p:sp>
        <p:nvSpPr>
          <p:cNvPr id="5" name="Google Shape;809;p48">
            <a:extLst>
              <a:ext uri="{FF2B5EF4-FFF2-40B4-BE49-F238E27FC236}">
                <a16:creationId xmlns:a16="http://schemas.microsoft.com/office/drawing/2014/main" id="{998B638E-83DB-5A8F-A254-A4A9B8ECF2F1}"/>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3349837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B1D88623-EA57-A9A1-0C80-DC80E7823D94}"/>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7780C26F-4186-267F-4C92-36F5E057493A}"/>
              </a:ext>
            </a:extLst>
          </p:cNvPr>
          <p:cNvSpPr txBox="1">
            <a:spLocks noGrp="1"/>
          </p:cNvSpPr>
          <p:nvPr>
            <p:ph type="body" idx="1"/>
          </p:nvPr>
        </p:nvSpPr>
        <p:spPr>
          <a:xfrm>
            <a:off x="720000" y="1203200"/>
            <a:ext cx="7704000" cy="10790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err="1">
                <a:latin typeface="Segoe UI" panose="020B0502040204020203" pitchFamily="34" charset="0"/>
                <a:cs typeface="Segoe UI" panose="020B0502040204020203" pitchFamily="34" charset="0"/>
              </a:rPr>
              <a:t>isDeviceRooted</a:t>
            </a:r>
            <a:r>
              <a:rPr lang="en-US" sz="1800" b="1">
                <a:latin typeface="Segoe UI" panose="020B0502040204020203" pitchFamily="34" charset="0"/>
                <a:cs typeface="Segoe UI" panose="020B0502040204020203" pitchFamily="34" charset="0"/>
              </a:rPr>
              <a: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Kết hợp ba phương pháp trên để xác định thiết bị có bị root hay không. </a:t>
            </a:r>
          </a:p>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Kiểm tra lần lượt </a:t>
            </a:r>
            <a:r>
              <a:rPr lang="en-US" sz="1800" err="1">
                <a:latin typeface="Segoe UI" panose="020B0502040204020203" pitchFamily="34" charset="0"/>
                <a:cs typeface="Segoe UI" panose="020B0502040204020203" pitchFamily="34" charset="0"/>
              </a:rPr>
              <a:t>các</a:t>
            </a:r>
            <a:r>
              <a:rPr lang="vi-VN" sz="1800">
                <a:latin typeface="Segoe UI" panose="020B0502040204020203" pitchFamily="34" charset="0"/>
                <a:cs typeface="Segoe UI" panose="020B0502040204020203" pitchFamily="34" charset="0"/>
              </a:rPr>
              <a:t> hàm ở trên để kiểm tra thiết bị có bị Root hay không</a:t>
            </a:r>
            <a:r>
              <a:rPr lang="en-US" sz="1800">
                <a:latin typeface="Segoe UI" panose="020B0502040204020203" pitchFamily="34" charset="0"/>
                <a:cs typeface="Segoe UI" panose="020B0502040204020203" pitchFamily="34" charset="0"/>
              </a:rPr>
              <a:t>.</a:t>
            </a:r>
            <a:r>
              <a:rPr lang="vi-VN" sz="1800">
                <a:latin typeface="Segoe UI" panose="020B0502040204020203" pitchFamily="34" charset="0"/>
                <a:cs typeface="Segoe UI" panose="020B0502040204020203" pitchFamily="34" charset="0"/>
              </a:rPr>
              <a:t> </a:t>
            </a:r>
            <a:endParaRPr lang="en-US" sz="1800">
              <a:latin typeface="Segoe UI" panose="020B0502040204020203" pitchFamily="34" charset="0"/>
              <a:cs typeface="Segoe UI" panose="020B0502040204020203" pitchFamily="34" charset="0"/>
            </a:endParaRPr>
          </a:p>
        </p:txBody>
      </p:sp>
      <p:pic>
        <p:nvPicPr>
          <p:cNvPr id="64514" name="Picture 2" descr="A screen shot of a computer&#10;&#10;Description automatically generated">
            <a:extLst>
              <a:ext uri="{FF2B5EF4-FFF2-40B4-BE49-F238E27FC236}">
                <a16:creationId xmlns:a16="http://schemas.microsoft.com/office/drawing/2014/main" id="{070DF916-70E6-6CF7-8C63-059158653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2282218"/>
            <a:ext cx="7704000" cy="95987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32A9C8A-83DA-F582-AA7E-DA4252D92A08}"/>
              </a:ext>
            </a:extLst>
          </p:cNvPr>
          <p:cNvSpPr>
            <a:spLocks noGrp="1"/>
          </p:cNvSpPr>
          <p:nvPr>
            <p:ph type="sldNum" sz="quarter" idx="12"/>
          </p:nvPr>
        </p:nvSpPr>
        <p:spPr/>
        <p:txBody>
          <a:bodyPr/>
          <a:lstStyle/>
          <a:p>
            <a:fld id="{CF8920F0-685D-4D8A-A9EF-3EE1A60245BD}" type="slidenum">
              <a:rPr lang="en-US" smtClean="0"/>
              <a:t>73</a:t>
            </a:fld>
            <a:endParaRPr lang="en-US"/>
          </a:p>
        </p:txBody>
      </p:sp>
      <p:sp>
        <p:nvSpPr>
          <p:cNvPr id="5" name="Google Shape;809;p48">
            <a:extLst>
              <a:ext uri="{FF2B5EF4-FFF2-40B4-BE49-F238E27FC236}">
                <a16:creationId xmlns:a16="http://schemas.microsoft.com/office/drawing/2014/main" id="{37D4A2FE-4ED6-E222-9FF4-5B1778EC1E0F}"/>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7139407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D0F2DC02-2FAA-5ECC-5E9A-039D98A4EA66}"/>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E5178511-F035-68CC-0054-C27F5E905B78}"/>
              </a:ext>
            </a:extLst>
          </p:cNvPr>
          <p:cNvSpPr txBox="1">
            <a:spLocks noGrp="1"/>
          </p:cNvSpPr>
          <p:nvPr>
            <p:ph type="body" idx="1"/>
          </p:nvPr>
        </p:nvSpPr>
        <p:spPr>
          <a:xfrm>
            <a:off x="720000" y="1203200"/>
            <a:ext cx="7704000" cy="717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Segoe UI" panose="020B0502040204020203" pitchFamily="34" charset="0"/>
                <a:cs typeface="Segoe UI" panose="020B0502040204020203" pitchFamily="34" charset="0"/>
              </a:rPr>
              <a:t>P</a:t>
            </a:r>
            <a:r>
              <a:rPr lang="vi-VN" sz="1800">
                <a:latin typeface="Segoe UI" panose="020B0502040204020203" pitchFamily="34" charset="0"/>
                <a:cs typeface="Segoe UI" panose="020B0502040204020203" pitchFamily="34" charset="0"/>
              </a:rPr>
              <a:t>hương thức </a:t>
            </a:r>
            <a:r>
              <a:rPr lang="vi-VN" sz="1800" b="1">
                <a:latin typeface="Segoe UI" panose="020B0502040204020203" pitchFamily="34" charset="0"/>
                <a:cs typeface="Segoe UI" panose="020B0502040204020203" pitchFamily="34" charset="0"/>
              </a:rPr>
              <a:t>RootDetectionHelper.isDeviceRooted()</a:t>
            </a:r>
            <a:r>
              <a:rPr lang="en-US" sz="1800" b="1">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được gọi trong lớp đầu tiên của chương trình </a:t>
            </a:r>
            <a:r>
              <a:rPr lang="en-US" sz="1800">
                <a:latin typeface="Segoe UI" panose="020B0502040204020203" pitchFamily="34" charset="0"/>
                <a:cs typeface="Segoe UI" panose="020B0502040204020203" pitchFamily="34" charset="0"/>
              </a:rPr>
              <a:t>để </a:t>
            </a:r>
            <a:r>
              <a:rPr lang="vi-VN" sz="1800">
                <a:latin typeface="Segoe UI" panose="020B0502040204020203" pitchFamily="34" charset="0"/>
                <a:cs typeface="Segoe UI" panose="020B0502040204020203" pitchFamily="34" charset="0"/>
              </a:rPr>
              <a:t>ngăn ứng dụng chạy trên môi trường Root</a:t>
            </a:r>
            <a:r>
              <a:rPr lang="en-US" sz="1800">
                <a:latin typeface="Segoe UI" panose="020B0502040204020203" pitchFamily="34" charset="0"/>
                <a:cs typeface="Segoe UI" panose="020B0502040204020203" pitchFamily="34" charset="0"/>
              </a:rPr>
              <a:t>.</a:t>
            </a:r>
          </a:p>
        </p:txBody>
      </p:sp>
      <p:pic>
        <p:nvPicPr>
          <p:cNvPr id="65540" name="Picture 4" descr="A screen shot of a computer&#10;&#10;Description automatically generated">
            <a:extLst>
              <a:ext uri="{FF2B5EF4-FFF2-40B4-BE49-F238E27FC236}">
                <a16:creationId xmlns:a16="http://schemas.microsoft.com/office/drawing/2014/main" id="{87AB65A7-BACB-4317-994D-B09CC2F951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980606"/>
            <a:ext cx="7704000" cy="264928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359EB6B-91AA-24D6-CBEB-3821095B18CD}"/>
              </a:ext>
            </a:extLst>
          </p:cNvPr>
          <p:cNvSpPr>
            <a:spLocks noGrp="1"/>
          </p:cNvSpPr>
          <p:nvPr>
            <p:ph type="sldNum" sz="quarter" idx="12"/>
          </p:nvPr>
        </p:nvSpPr>
        <p:spPr/>
        <p:txBody>
          <a:bodyPr/>
          <a:lstStyle/>
          <a:p>
            <a:fld id="{CF8920F0-685D-4D8A-A9EF-3EE1A60245BD}" type="slidenum">
              <a:rPr lang="en-US" smtClean="0"/>
              <a:t>74</a:t>
            </a:fld>
            <a:endParaRPr lang="en-US"/>
          </a:p>
        </p:txBody>
      </p:sp>
      <p:sp>
        <p:nvSpPr>
          <p:cNvPr id="5" name="Google Shape;809;p48">
            <a:extLst>
              <a:ext uri="{FF2B5EF4-FFF2-40B4-BE49-F238E27FC236}">
                <a16:creationId xmlns:a16="http://schemas.microsoft.com/office/drawing/2014/main" id="{18CC82E7-A75A-663A-C995-9C8EF5D75E29}"/>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4952673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8E033DC-4E46-E143-857B-2E3380C5D4B4}"/>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2275D5B-5D05-3407-F93F-1F1AC2D97416}"/>
              </a:ext>
            </a:extLst>
          </p:cNvPr>
          <p:cNvSpPr txBox="1">
            <a:spLocks noGrp="1"/>
          </p:cNvSpPr>
          <p:nvPr>
            <p:ph type="body" idx="1"/>
          </p:nvPr>
        </p:nvSpPr>
        <p:spPr>
          <a:xfrm>
            <a:off x="720000" y="1203200"/>
            <a:ext cx="7704000" cy="717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Nếu phát hiện môi trường Root, thì người dùng sẽ thấy một hộp thoại và ứng dụng buộc phải đóng bằng hàm </a:t>
            </a:r>
            <a:r>
              <a:rPr lang="vi-VN" sz="1800" b="1">
                <a:latin typeface="Segoe UI" panose="020B0502040204020203" pitchFamily="34" charset="0"/>
                <a:cs typeface="Segoe UI" panose="020B0502040204020203" pitchFamily="34" charset="0"/>
              </a:rPr>
              <a:t>ForceCloseApp()</a:t>
            </a:r>
            <a:r>
              <a:rPr lang="en-US" sz="1800">
                <a:latin typeface="Segoe UI" panose="020B0502040204020203" pitchFamily="34" charset="0"/>
                <a:cs typeface="Segoe UI" panose="020B0502040204020203" pitchFamily="34" charset="0"/>
              </a:rPr>
              <a:t>.</a:t>
            </a:r>
          </a:p>
        </p:txBody>
      </p:sp>
      <p:pic>
        <p:nvPicPr>
          <p:cNvPr id="66562" name="Picture 2" descr="A computer screen with text on it&#10;&#10;Description automatically generated">
            <a:extLst>
              <a:ext uri="{FF2B5EF4-FFF2-40B4-BE49-F238E27FC236}">
                <a16:creationId xmlns:a16="http://schemas.microsoft.com/office/drawing/2014/main" id="{85B5B642-15E9-F556-1EE3-363B336AED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755" y="1996578"/>
            <a:ext cx="6608490" cy="297252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FCE01E06-C8B7-AFAF-4B77-1D8546E9F686}"/>
              </a:ext>
            </a:extLst>
          </p:cNvPr>
          <p:cNvSpPr>
            <a:spLocks noGrp="1"/>
          </p:cNvSpPr>
          <p:nvPr>
            <p:ph type="sldNum" sz="quarter" idx="12"/>
          </p:nvPr>
        </p:nvSpPr>
        <p:spPr/>
        <p:txBody>
          <a:bodyPr/>
          <a:lstStyle/>
          <a:p>
            <a:fld id="{CF8920F0-685D-4D8A-A9EF-3EE1A60245BD}" type="slidenum">
              <a:rPr lang="en-US" smtClean="0"/>
              <a:t>75</a:t>
            </a:fld>
            <a:endParaRPr lang="en-US"/>
          </a:p>
        </p:txBody>
      </p:sp>
      <p:sp>
        <p:nvSpPr>
          <p:cNvPr id="5" name="Google Shape;809;p48">
            <a:extLst>
              <a:ext uri="{FF2B5EF4-FFF2-40B4-BE49-F238E27FC236}">
                <a16:creationId xmlns:a16="http://schemas.microsoft.com/office/drawing/2014/main" id="{C67D397D-D3CF-0B50-9AF2-4C0A95F4ADD9}"/>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8643007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A5169F5-31CA-B91C-02D9-63E93276F87B}"/>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A2A6A46-EFB2-A3FF-0F4D-A16B268599E8}"/>
              </a:ext>
            </a:extLst>
          </p:cNvPr>
          <p:cNvSpPr txBox="1">
            <a:spLocks noGrp="1"/>
          </p:cNvSpPr>
          <p:nvPr>
            <p:ph type="body" idx="1"/>
          </p:nvPr>
        </p:nvSpPr>
        <p:spPr>
          <a:xfrm>
            <a:off x="720000" y="1203200"/>
            <a:ext cx="7875360" cy="29649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Phát hiện thiết bị đã root </a:t>
            </a:r>
          </a:p>
          <a:p>
            <a:pPr marL="342900" indent="-342900"/>
            <a:r>
              <a:rPr lang="vi-VN" sz="1800">
                <a:latin typeface="Segoe UI" panose="020B0502040204020203" pitchFamily="34" charset="0"/>
                <a:cs typeface="Segoe UI" panose="020B0502040204020203" pitchFamily="34" charset="0"/>
              </a:rPr>
              <a:t>Kiểm tra firmware chỉnh sửa</a:t>
            </a:r>
            <a:r>
              <a:rPr lang="en-US" sz="1800">
                <a:latin typeface="Segoe UI" panose="020B0502040204020203" pitchFamily="34" charset="0"/>
                <a:cs typeface="Segoe UI" panose="020B0502040204020203" pitchFamily="34" charset="0"/>
              </a:rPr>
              <a:t> với </a:t>
            </a:r>
            <a:r>
              <a:rPr lang="en-US" sz="1800" b="1" err="1">
                <a:latin typeface="Segoe UI" panose="020B0502040204020203" pitchFamily="34" charset="0"/>
                <a:cs typeface="Segoe UI" panose="020B0502040204020203" pitchFamily="34" charset="0"/>
              </a:rPr>
              <a:t>Build.TAGS</a:t>
            </a:r>
            <a:r>
              <a:rPr lang="en-US" sz="1800">
                <a:latin typeface="Segoe UI" panose="020B0502040204020203" pitchFamily="34" charset="0"/>
                <a:cs typeface="Segoe UI" panose="020B0502040204020203" pitchFamily="34" charset="0"/>
              </a:rPr>
              <a:t>.</a:t>
            </a:r>
          </a:p>
          <a:p>
            <a:pPr marL="342900" indent="-342900"/>
            <a:r>
              <a:rPr lang="vi-VN" sz="1800">
                <a:latin typeface="Segoe UI" panose="020B0502040204020203" pitchFamily="34" charset="0"/>
                <a:cs typeface="Segoe UI" panose="020B0502040204020203" pitchFamily="34" charset="0"/>
              </a:rPr>
              <a:t>Phát hiện ứng dụng liên quan đến root</a:t>
            </a:r>
            <a:r>
              <a:rPr lang="en-US" sz="1800">
                <a:latin typeface="Segoe UI" panose="020B0502040204020203" pitchFamily="34" charset="0"/>
                <a:cs typeface="Segoe UI" panose="020B0502040204020203" pitchFamily="34" charset="0"/>
              </a:rPr>
              <a:t> như </a:t>
            </a:r>
            <a:r>
              <a:rPr lang="en-US" sz="1800" b="1" err="1">
                <a:latin typeface="Segoe UI" panose="020B0502040204020203" pitchFamily="34" charset="0"/>
                <a:cs typeface="Segoe UI" panose="020B0502040204020203" pitchFamily="34" charset="0"/>
              </a:rPr>
              <a:t>SuperSU</a:t>
            </a:r>
            <a:r>
              <a:rPr lang="en-US" sz="1800">
                <a:latin typeface="Segoe UI" panose="020B0502040204020203" pitchFamily="34" charset="0"/>
                <a:cs typeface="Segoe UI" panose="020B0502040204020203" pitchFamily="34" charset="0"/>
              </a:rPr>
              <a:t> và </a:t>
            </a:r>
            <a:r>
              <a:rPr lang="en-US" sz="1800" b="1" err="1">
                <a:latin typeface="Segoe UI" panose="020B0502040204020203" pitchFamily="34" charset="0"/>
                <a:cs typeface="Segoe UI" panose="020B0502040204020203" pitchFamily="34" charset="0"/>
              </a:rPr>
              <a:t>Magisk</a:t>
            </a:r>
            <a:r>
              <a:rPr lang="en-US" sz="1800">
                <a:latin typeface="Segoe UI" panose="020B0502040204020203" pitchFamily="34" charset="0"/>
                <a:cs typeface="Segoe UI" panose="020B0502040204020203" pitchFamily="34" charset="0"/>
              </a:rPr>
              <a:t>.</a:t>
            </a:r>
          </a:p>
          <a:p>
            <a:pPr marL="342900" indent="-342900"/>
            <a:r>
              <a:rPr lang="vi-VN" sz="1800">
                <a:latin typeface="Segoe UI" panose="020B0502040204020203" pitchFamily="34" charset="0"/>
                <a:cs typeface="Segoe UI" panose="020B0502040204020203" pitchFamily="34" charset="0"/>
              </a:rPr>
              <a:t>Kiểm tra tệp nhị phân liên quan đến root</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như</a:t>
            </a:r>
            <a:r>
              <a:rPr lang="vi-VN" sz="1800" b="1">
                <a:latin typeface="Segoe UI" panose="020B0502040204020203" pitchFamily="34" charset="0"/>
                <a:cs typeface="Segoe UI" panose="020B0502040204020203" pitchFamily="34" charset="0"/>
              </a:rPr>
              <a:t> su</a:t>
            </a:r>
            <a:r>
              <a:rPr lang="en-US" sz="1800">
                <a:latin typeface="Segoe UI" panose="020B0502040204020203" pitchFamily="34" charset="0"/>
                <a:cs typeface="Segoe UI" panose="020B0502040204020203" pitchFamily="34" charset="0"/>
              </a:rPr>
              <a:t>.</a:t>
            </a:r>
          </a:p>
          <a:p>
            <a:pPr marL="342900" indent="-342900"/>
            <a:r>
              <a:rPr lang="vi-VN" sz="1800">
                <a:latin typeface="Segoe UI" panose="020B0502040204020203" pitchFamily="34" charset="0"/>
                <a:cs typeface="Segoe UI" panose="020B0502040204020203" pitchFamily="34" charset="0"/>
              </a:rPr>
              <a:t>Kết hợp các phương pháp kiểm tra</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hạn chế nguy cơ bỏ sót</a:t>
            </a:r>
            <a:r>
              <a:rPr lang="en-US" sz="1800">
                <a:latin typeface="Segoe UI" panose="020B0502040204020203" pitchFamily="34" charset="0"/>
                <a:cs typeface="Segoe UI" panose="020B0502040204020203" pitchFamily="34" charset="0"/>
              </a:rPr>
              <a:t>.</a:t>
            </a:r>
          </a:p>
          <a:p>
            <a:pPr marL="342900" indent="-342900"/>
            <a:endParaRPr lang="en-US" sz="1800">
              <a:latin typeface="Segoe UI" panose="020B0502040204020203" pitchFamily="34" charset="0"/>
              <a:cs typeface="Segoe UI" panose="020B0502040204020203" pitchFamily="34" charset="0"/>
            </a:endParaRPr>
          </a:p>
          <a:p>
            <a:pPr marL="0" indent="0">
              <a:buNone/>
            </a:pPr>
            <a:r>
              <a:rPr lang="vi-VN" sz="1800">
                <a:latin typeface="Segoe UI" panose="020B0502040204020203" pitchFamily="34" charset="0"/>
                <a:cs typeface="Segoe UI" panose="020B0502040204020203" pitchFamily="34" charset="0"/>
              </a:rPr>
              <a:t>Ngăn chặn ứng dụng chạy trên thiết bị root </a:t>
            </a:r>
            <a:endParaRPr lang="en-US" sz="1800">
              <a:latin typeface="Segoe UI" panose="020B0502040204020203" pitchFamily="34" charset="0"/>
              <a:cs typeface="Segoe UI" panose="020B0502040204020203" pitchFamily="34" charset="0"/>
            </a:endParaRPr>
          </a:p>
          <a:p>
            <a:pPr marL="342900" indent="-342900"/>
            <a:r>
              <a:rPr lang="vi-VN" sz="1800">
                <a:latin typeface="Segoe UI" panose="020B0502040204020203" pitchFamily="34" charset="0"/>
                <a:cs typeface="Segoe UI" panose="020B0502040204020203" pitchFamily="34" charset="0"/>
              </a:rPr>
              <a:t>Bảo vệ khỏi tấn công </a:t>
            </a:r>
            <a:r>
              <a:rPr lang="vi-VN" sz="1800" b="1">
                <a:latin typeface="Segoe UI" panose="020B0502040204020203" pitchFamily="34" charset="0"/>
                <a:cs typeface="Segoe UI" panose="020B0502040204020203" pitchFamily="34" charset="0"/>
              </a:rPr>
              <a:t>runtime</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hoặc</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bị</a:t>
            </a:r>
            <a:r>
              <a:rPr lang="en-US" sz="1800">
                <a:latin typeface="Segoe UI" panose="020B0502040204020203" pitchFamily="34" charset="0"/>
                <a:cs typeface="Segoe UI" panose="020B0502040204020203" pitchFamily="34" charset="0"/>
              </a:rPr>
              <a:t> </a:t>
            </a:r>
            <a:r>
              <a:rPr lang="en-US" sz="1800" b="1">
                <a:latin typeface="Segoe UI" panose="020B0502040204020203" pitchFamily="34" charset="0"/>
                <a:cs typeface="Segoe UI" panose="020B0502040204020203" pitchFamily="34" charset="0"/>
              </a:rPr>
              <a:t>hooking</a:t>
            </a:r>
            <a:r>
              <a:rPr lang="en-US" sz="1800">
                <a:latin typeface="Segoe UI" panose="020B0502040204020203" pitchFamily="34" charset="0"/>
                <a:cs typeface="Segoe UI" panose="020B0502040204020203" pitchFamily="34" charset="0"/>
              </a:rPr>
              <a:t> qua </a:t>
            </a:r>
            <a:r>
              <a:rPr lang="en-US" sz="1800" err="1">
                <a:latin typeface="Segoe UI" panose="020B0502040204020203" pitchFamily="34" charset="0"/>
                <a:cs typeface="Segoe UI" panose="020B0502040204020203" pitchFamily="34" charset="0"/>
              </a:rPr>
              <a:t>các</a:t>
            </a:r>
            <a:r>
              <a:rPr lang="en-US" sz="1800">
                <a:latin typeface="Segoe UI" panose="020B0502040204020203" pitchFamily="34" charset="0"/>
                <a:cs typeface="Segoe UI" panose="020B0502040204020203" pitchFamily="34" charset="0"/>
              </a:rPr>
              <a:t> API.</a:t>
            </a:r>
          </a:p>
          <a:p>
            <a:pPr marL="342900" indent="-342900"/>
            <a:r>
              <a:rPr lang="vi-VN" sz="1800">
                <a:latin typeface="Segoe UI" panose="020B0502040204020203" pitchFamily="34" charset="0"/>
                <a:cs typeface="Segoe UI" panose="020B0502040204020203" pitchFamily="34" charset="0"/>
              </a:rPr>
              <a:t>Ngăn mã độc hại</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từ</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môi trường không đáng tin cậy</a:t>
            </a:r>
            <a:r>
              <a:rPr lang="en-US" sz="1800">
                <a:latin typeface="Segoe UI" panose="020B0502040204020203" pitchFamily="34" charset="0"/>
                <a:cs typeface="Segoe UI" panose="020B0502040204020203" pitchFamily="34" charset="0"/>
              </a:rPr>
              <a:t>.</a:t>
            </a:r>
          </a:p>
        </p:txBody>
      </p:sp>
      <p:sp>
        <p:nvSpPr>
          <p:cNvPr id="3" name="Slide Number Placeholder 2">
            <a:extLst>
              <a:ext uri="{FF2B5EF4-FFF2-40B4-BE49-F238E27FC236}">
                <a16:creationId xmlns:a16="http://schemas.microsoft.com/office/drawing/2014/main" id="{661CC4CC-5388-FB54-7F74-7BE2C3B60E86}"/>
              </a:ext>
            </a:extLst>
          </p:cNvPr>
          <p:cNvSpPr>
            <a:spLocks noGrp="1"/>
          </p:cNvSpPr>
          <p:nvPr>
            <p:ph type="sldNum" sz="quarter" idx="12"/>
          </p:nvPr>
        </p:nvSpPr>
        <p:spPr/>
        <p:txBody>
          <a:bodyPr/>
          <a:lstStyle/>
          <a:p>
            <a:fld id="{CF8920F0-685D-4D8A-A9EF-3EE1A60245BD}" type="slidenum">
              <a:rPr lang="en-US" smtClean="0"/>
              <a:t>76</a:t>
            </a:fld>
            <a:endParaRPr lang="en-US"/>
          </a:p>
        </p:txBody>
      </p:sp>
      <p:sp>
        <p:nvSpPr>
          <p:cNvPr id="5" name="Google Shape;809;p48">
            <a:extLst>
              <a:ext uri="{FF2B5EF4-FFF2-40B4-BE49-F238E27FC236}">
                <a16:creationId xmlns:a16="http://schemas.microsoft.com/office/drawing/2014/main" id="{105B11D7-614B-0778-7D85-94691B6CF18F}"/>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TÁC DỤNG</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3009597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2195A098-CC82-D825-5924-9F2064187B77}"/>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43B76ACC-D8DF-3A34-F8BA-130EABE03398}"/>
              </a:ext>
            </a:extLst>
          </p:cNvPr>
          <p:cNvSpPr txBox="1">
            <a:spLocks noGrp="1"/>
          </p:cNvSpPr>
          <p:nvPr>
            <p:ph type="body" idx="1"/>
          </p:nvPr>
        </p:nvSpPr>
        <p:spPr>
          <a:xfrm>
            <a:off x="720000" y="1203200"/>
            <a:ext cx="7704000" cy="18371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24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400">
                <a:latin typeface="Segoe UI" panose="020B0502040204020203" pitchFamily="34" charset="0"/>
                <a:cs typeface="Segoe UI" panose="020B0502040204020203" pitchFamily="34" charset="0"/>
              </a:rPr>
              <a:t>Lỗ hổng </a:t>
            </a:r>
            <a:r>
              <a:rPr lang="vi-VN" sz="2400" b="1">
                <a:latin typeface="Segoe UI" panose="020B0502040204020203" pitchFamily="34" charset="0"/>
                <a:cs typeface="Segoe UI" panose="020B0502040204020203" pitchFamily="34" charset="0"/>
              </a:rPr>
              <a:t>Code Tampering </a:t>
            </a:r>
            <a:r>
              <a:rPr lang="vi-VN" sz="2400">
                <a:latin typeface="Segoe UI" panose="020B0502040204020203" pitchFamily="34" charset="0"/>
                <a:cs typeface="Segoe UI" panose="020B0502040204020203" pitchFamily="34" charset="0"/>
              </a:rPr>
              <a:t>có thể được khắc phục bằng cách</a:t>
            </a:r>
            <a:r>
              <a:rPr lang="en-US" sz="2400">
                <a:latin typeface="Segoe UI" panose="020B0502040204020203" pitchFamily="34" charset="0"/>
                <a:cs typeface="Segoe UI" panose="020B0502040204020203" pitchFamily="34" charset="0"/>
              </a:rPr>
              <a:t> </a:t>
            </a:r>
            <a:r>
              <a:rPr lang="vi-VN" sz="2400">
                <a:latin typeface="Segoe UI" panose="020B0502040204020203" pitchFamily="34" charset="0"/>
                <a:cs typeface="Segoe UI" panose="020B0502040204020203" pitchFamily="34" charset="0"/>
              </a:rPr>
              <a:t>áp dụng các biện pháp như kiểm tra thiết bị đã root thông qua lớp </a:t>
            </a:r>
            <a:r>
              <a:rPr lang="vi-VN" sz="2400" b="1">
                <a:latin typeface="Segoe UI" panose="020B0502040204020203" pitchFamily="34" charset="0"/>
                <a:cs typeface="Segoe UI" panose="020B0502040204020203" pitchFamily="34" charset="0"/>
              </a:rPr>
              <a:t>RootDetectionHelper</a:t>
            </a:r>
            <a:r>
              <a:rPr lang="vi-VN" sz="2400">
                <a:latin typeface="Segoe UI" panose="020B0502040204020203" pitchFamily="34" charset="0"/>
                <a:cs typeface="Segoe UI" panose="020B0502040204020203" pitchFamily="34" charset="0"/>
              </a:rPr>
              <a:t>.</a:t>
            </a:r>
            <a:endParaRPr lang="en-US" sz="240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8274EBDC-680F-3FA2-386D-A8518628E63E}"/>
              </a:ext>
            </a:extLst>
          </p:cNvPr>
          <p:cNvSpPr>
            <a:spLocks noGrp="1"/>
          </p:cNvSpPr>
          <p:nvPr>
            <p:ph type="sldNum" sz="quarter" idx="12"/>
          </p:nvPr>
        </p:nvSpPr>
        <p:spPr/>
        <p:txBody>
          <a:bodyPr/>
          <a:lstStyle/>
          <a:p>
            <a:fld id="{CF8920F0-685D-4D8A-A9EF-3EE1A60245BD}" type="slidenum">
              <a:rPr lang="en-US" smtClean="0"/>
              <a:t>77</a:t>
            </a:fld>
            <a:endParaRPr lang="en-US"/>
          </a:p>
        </p:txBody>
      </p:sp>
      <p:sp>
        <p:nvSpPr>
          <p:cNvPr id="5" name="Google Shape;809;p48">
            <a:extLst>
              <a:ext uri="{FF2B5EF4-FFF2-40B4-BE49-F238E27FC236}">
                <a16:creationId xmlns:a16="http://schemas.microsoft.com/office/drawing/2014/main" id="{DA7B83FB-403F-BABD-1440-0E5D2CB6A816}"/>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KẾT LUẬN</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023738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6D029B9E-C265-00E0-9F44-2E2B52370E10}"/>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726B81A3-3C58-9D58-8019-88209736D4B2}"/>
              </a:ext>
            </a:extLst>
          </p:cNvPr>
          <p:cNvSpPr txBox="1">
            <a:spLocks noGrp="1"/>
          </p:cNvSpPr>
          <p:nvPr>
            <p:ph type="title"/>
          </p:nvPr>
        </p:nvSpPr>
        <p:spPr>
          <a:xfrm>
            <a:off x="710575" y="1967872"/>
            <a:ext cx="4332900"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400" dirty="0">
                <a:latin typeface="Segoe UI" panose="020B0502040204020203" pitchFamily="34" charset="0"/>
                <a:cs typeface="Segoe UI" panose="020B0502040204020203" pitchFamily="34" charset="0"/>
              </a:rPr>
              <a:t>REVERSE ENGINEERING </a:t>
            </a:r>
            <a:br>
              <a:rPr lang="en-US" sz="2400" dirty="0">
                <a:latin typeface="Segoe UI" panose="020B0502040204020203" pitchFamily="34" charset="0"/>
                <a:cs typeface="Segoe UI" panose="020B0502040204020203" pitchFamily="34" charset="0"/>
              </a:rPr>
            </a:br>
            <a:r>
              <a:rPr lang="vi-VN" sz="2400" dirty="0">
                <a:latin typeface="Segoe UI" panose="020B0502040204020203" pitchFamily="34" charset="0"/>
                <a:cs typeface="Segoe UI" panose="020B0502040204020203" pitchFamily="34" charset="0"/>
              </a:rPr>
              <a:t>(KỸ THUẬT DỊCH NGƯỢC)</a:t>
            </a:r>
            <a:endParaRPr lang="en-US" sz="2400" dirty="0">
              <a:latin typeface="Segoe UI" panose="020B0502040204020203" pitchFamily="34" charset="0"/>
              <a:cs typeface="Segoe UI" panose="020B0502040204020203" pitchFamily="34" charset="0"/>
            </a:endParaRPr>
          </a:p>
        </p:txBody>
      </p:sp>
      <p:sp>
        <p:nvSpPr>
          <p:cNvPr id="231" name="Google Shape;231;p30">
            <a:extLst>
              <a:ext uri="{FF2B5EF4-FFF2-40B4-BE49-F238E27FC236}">
                <a16:creationId xmlns:a16="http://schemas.microsoft.com/office/drawing/2014/main" id="{FE47C491-99BA-AE0D-7588-F12634B4F6BC}"/>
              </a:ext>
            </a:extLst>
          </p:cNvPr>
          <p:cNvSpPr txBox="1">
            <a:spLocks noGrp="1"/>
          </p:cNvSpPr>
          <p:nvPr>
            <p:ph type="title" idx="2"/>
          </p:nvPr>
        </p:nvSpPr>
        <p:spPr>
          <a:xfrm>
            <a:off x="710575" y="1306344"/>
            <a:ext cx="1437893"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M-9</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39B41010-C9B0-D064-63A7-BFD3B970EE27}"/>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A7CE0457-B493-292D-8489-72CF95E0B219}"/>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0D94C6D5-F39A-4612-86F3-C7D3EA0BC557}"/>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7E33CB08-100A-5727-E116-92A9FE779256}"/>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99A1B888-6FF0-BF9E-3C65-AA65122A7F50}"/>
              </a:ext>
            </a:extLst>
          </p:cNvPr>
          <p:cNvSpPr>
            <a:spLocks noGrp="1"/>
          </p:cNvSpPr>
          <p:nvPr>
            <p:ph type="sldNum" sz="quarter" idx="12"/>
          </p:nvPr>
        </p:nvSpPr>
        <p:spPr/>
        <p:txBody>
          <a:bodyPr/>
          <a:lstStyle/>
          <a:p>
            <a:fld id="{CF8920F0-685D-4D8A-A9EF-3EE1A60245BD}" type="slidenum">
              <a:rPr lang="en-US" smtClean="0"/>
              <a:t>78</a:t>
            </a:fld>
            <a:endParaRPr lang="en-US"/>
          </a:p>
        </p:txBody>
      </p:sp>
      <p:pic>
        <p:nvPicPr>
          <p:cNvPr id="5" name="Picture 4">
            <a:extLst>
              <a:ext uri="{FF2B5EF4-FFF2-40B4-BE49-F238E27FC236}">
                <a16:creationId xmlns:a16="http://schemas.microsoft.com/office/drawing/2014/main" id="{5F0A8EF1-DA54-5FEE-70FC-D044CCF8C5D5}"/>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30383209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39170081-3853-2064-468A-171AC8E65B4B}"/>
            </a:ext>
          </a:extLst>
        </p:cNvPr>
        <p:cNvGrpSpPr/>
        <p:nvPr/>
      </p:nvGrpSpPr>
      <p:grpSpPr>
        <a:xfrm>
          <a:off x="0" y="0"/>
          <a:ext cx="0" cy="0"/>
          <a:chOff x="0" y="0"/>
          <a:chExt cx="0" cy="0"/>
        </a:xfrm>
      </p:grpSpPr>
      <p:sp>
        <p:nvSpPr>
          <p:cNvPr id="809" name="Google Shape;809;p48">
            <a:extLst>
              <a:ext uri="{FF2B5EF4-FFF2-40B4-BE49-F238E27FC236}">
                <a16:creationId xmlns:a16="http://schemas.microsoft.com/office/drawing/2014/main" id="{84FF2886-4806-8D41-5AD8-97AA1D0AB44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Segoe UI" panose="020B0502040204020203" pitchFamily="34" charset="0"/>
                <a:cs typeface="Segoe UI" panose="020B0502040204020203" pitchFamily="34" charset="0"/>
              </a:rPr>
              <a:t>PHÂN TÍCH</a:t>
            </a:r>
            <a:endParaRPr>
              <a:latin typeface="Segoe UI" panose="020B0502040204020203" pitchFamily="34" charset="0"/>
              <a:cs typeface="Segoe UI" panose="020B0502040204020203" pitchFamily="34" charset="0"/>
            </a:endParaRPr>
          </a:p>
        </p:txBody>
      </p:sp>
      <p:sp>
        <p:nvSpPr>
          <p:cNvPr id="810" name="Google Shape;810;p48">
            <a:extLst>
              <a:ext uri="{FF2B5EF4-FFF2-40B4-BE49-F238E27FC236}">
                <a16:creationId xmlns:a16="http://schemas.microsoft.com/office/drawing/2014/main" id="{63255C93-1B73-B612-E133-477F97489ED8}"/>
              </a:ext>
            </a:extLst>
          </p:cNvPr>
          <p:cNvSpPr txBox="1">
            <a:spLocks noGrp="1"/>
          </p:cNvSpPr>
          <p:nvPr>
            <p:ph type="body" idx="1"/>
          </p:nvPr>
        </p:nvSpPr>
        <p:spPr>
          <a:xfrm>
            <a:off x="720000" y="1203200"/>
            <a:ext cx="7704000" cy="2573346"/>
          </a:xfrm>
          <a:prstGeom prst="rect">
            <a:avLst/>
          </a:prstGeom>
        </p:spPr>
        <p:txBody>
          <a:bodyPr spcFirstLastPara="1" wrap="square" lIns="91425" tIns="91425" rIns="91425" bIns="91425" anchor="t" anchorCtr="0">
            <a:noAutofit/>
          </a:bodyPr>
          <a:lstStyle/>
          <a:p>
            <a:pPr marL="0" indent="0">
              <a:buNone/>
            </a:pPr>
            <a:endParaRPr lang="en-US" sz="2400">
              <a:latin typeface="Segoe UI" panose="020B0502040204020203" pitchFamily="34" charset="0"/>
              <a:cs typeface="Segoe UI" panose="020B0502040204020203" pitchFamily="34" charset="0"/>
            </a:endParaRPr>
          </a:p>
          <a:p>
            <a:pPr marL="285750" indent="-285750"/>
            <a:r>
              <a:rPr lang="vi-VN" sz="1800" b="1">
                <a:latin typeface="Segoe UI" panose="020B0502040204020203" pitchFamily="34" charset="0"/>
                <a:cs typeface="Segoe UI" panose="020B0502040204020203" pitchFamily="34" charset="0"/>
              </a:rPr>
              <a:t>Reverse Engineering </a:t>
            </a:r>
            <a:r>
              <a:rPr lang="vi-VN" sz="1800">
                <a:latin typeface="Segoe UI" panose="020B0502040204020203" pitchFamily="34" charset="0"/>
                <a:cs typeface="Segoe UI" panose="020B0502040204020203" pitchFamily="34" charset="0"/>
              </a:rPr>
              <a:t>là quá trình phân tích cấu trúc, chức năng, hoặc hành vi của một ứng dụng để hiểu cách nó hoạt động, mà không có tài liệu hoặc mã nguồn chính thức từ nhà phát triển. </a:t>
            </a:r>
            <a:endParaRPr lang="en-US" sz="1800">
              <a:latin typeface="Segoe UI" panose="020B0502040204020203" pitchFamily="34" charset="0"/>
              <a:cs typeface="Segoe UI" panose="020B0502040204020203" pitchFamily="34" charset="0"/>
            </a:endParaRPr>
          </a:p>
          <a:p>
            <a:pPr marL="285750" indent="-285750"/>
            <a:r>
              <a:rPr lang="vi-VN" sz="1800" b="1">
                <a:latin typeface="Segoe UI" panose="020B0502040204020203" pitchFamily="34" charset="0"/>
                <a:cs typeface="Segoe UI" panose="020B0502040204020203" pitchFamily="34" charset="0"/>
              </a:rPr>
              <a:t>Reverse Engineering </a:t>
            </a:r>
            <a:r>
              <a:rPr lang="en-US" sz="1800" err="1">
                <a:latin typeface="Segoe UI" panose="020B0502040204020203" pitchFamily="34" charset="0"/>
                <a:cs typeface="Segoe UI" panose="020B0502040204020203" pitchFamily="34" charset="0"/>
              </a:rPr>
              <a:t>có</a:t>
            </a:r>
            <a:r>
              <a:rPr lang="en-US" sz="1800">
                <a:latin typeface="Segoe UI" panose="020B0502040204020203" pitchFamily="34" charset="0"/>
                <a:cs typeface="Segoe UI" panose="020B0502040204020203" pitchFamily="34" charset="0"/>
              </a:rPr>
              <a:t> </a:t>
            </a:r>
            <a:r>
              <a:rPr lang="en-US" sz="1800" err="1">
                <a:latin typeface="Segoe UI" panose="020B0502040204020203" pitchFamily="34" charset="0"/>
                <a:cs typeface="Segoe UI" panose="020B0502040204020203" pitchFamily="34" charset="0"/>
              </a:rPr>
              <a:t>thể</a:t>
            </a:r>
            <a:r>
              <a:rPr lang="en-US" sz="1800">
                <a:latin typeface="Segoe UI" panose="020B0502040204020203" pitchFamily="34" charset="0"/>
                <a:cs typeface="Segoe UI" panose="020B0502040204020203" pitchFamily="34" charset="0"/>
              </a:rPr>
              <a:t> </a:t>
            </a:r>
            <a:r>
              <a:rPr lang="vi-VN" sz="1800">
                <a:latin typeface="Segoe UI" panose="020B0502040204020203" pitchFamily="34" charset="0"/>
                <a:cs typeface="Segoe UI" panose="020B0502040204020203" pitchFamily="34" charset="0"/>
              </a:rPr>
              <a:t>được sử dụng bởi kẻ tấn công để tìm kiếm điểm yếu trong ứng dụng, trích xuất thông tin nhạy cảm, hoặc thay đổi ứng dụng cho mục đích độc hại</a:t>
            </a:r>
            <a:r>
              <a:rPr lang="en-US" sz="18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BC6AFA8C-3F96-0F2C-044E-0D077F8CD47F}"/>
              </a:ext>
            </a:extLst>
          </p:cNvPr>
          <p:cNvSpPr>
            <a:spLocks noGrp="1"/>
          </p:cNvSpPr>
          <p:nvPr>
            <p:ph type="sldNum" sz="quarter" idx="12"/>
          </p:nvPr>
        </p:nvSpPr>
        <p:spPr/>
        <p:txBody>
          <a:bodyPr/>
          <a:lstStyle/>
          <a:p>
            <a:fld id="{CF8920F0-685D-4D8A-A9EF-3EE1A60245BD}" type="slidenum">
              <a:rPr lang="en-US" smtClean="0"/>
              <a:t>79</a:t>
            </a:fld>
            <a:endParaRPr lang="en-US"/>
          </a:p>
        </p:txBody>
      </p:sp>
    </p:spTree>
    <p:extLst>
      <p:ext uri="{BB962C8B-B14F-4D97-AF65-F5344CB8AC3E}">
        <p14:creationId xmlns:p14="http://schemas.microsoft.com/office/powerpoint/2010/main" val="16505282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CDDB199A-CBCF-1F3D-5F35-B8EEC7CE5D63}"/>
            </a:ext>
          </a:extLst>
        </p:cNvPr>
        <p:cNvGrpSpPr/>
        <p:nvPr/>
      </p:nvGrpSpPr>
      <p:grpSpPr>
        <a:xfrm>
          <a:off x="0" y="0"/>
          <a:ext cx="0" cy="0"/>
          <a:chOff x="0" y="0"/>
          <a:chExt cx="0" cy="0"/>
        </a:xfrm>
      </p:grpSpPr>
      <p:sp>
        <p:nvSpPr>
          <p:cNvPr id="809" name="Google Shape;809;p48">
            <a:extLst>
              <a:ext uri="{FF2B5EF4-FFF2-40B4-BE49-F238E27FC236}">
                <a16:creationId xmlns:a16="http://schemas.microsoft.com/office/drawing/2014/main" id="{92453EC7-7CC2-E16C-FFBC-7149EC036D7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Segoe UI" panose="020B0502040204020203" pitchFamily="34" charset="0"/>
                <a:cs typeface="Segoe UI" panose="020B0502040204020203" pitchFamily="34" charset="0"/>
              </a:rPr>
              <a:t>PHÂN TÍCH </a:t>
            </a:r>
            <a:endParaRPr>
              <a:latin typeface="Segoe UI" panose="020B0502040204020203" pitchFamily="34" charset="0"/>
              <a:cs typeface="Segoe UI" panose="020B0502040204020203" pitchFamily="34" charset="0"/>
            </a:endParaRPr>
          </a:p>
        </p:txBody>
      </p:sp>
      <p:sp>
        <p:nvSpPr>
          <p:cNvPr id="810" name="Google Shape;810;p48">
            <a:extLst>
              <a:ext uri="{FF2B5EF4-FFF2-40B4-BE49-F238E27FC236}">
                <a16:creationId xmlns:a16="http://schemas.microsoft.com/office/drawing/2014/main" id="{BEDA18EC-31F5-EEEC-8768-D84844E8A00F}"/>
              </a:ext>
            </a:extLst>
          </p:cNvPr>
          <p:cNvSpPr txBox="1">
            <a:spLocks noGrp="1"/>
          </p:cNvSpPr>
          <p:nvPr>
            <p:ph type="body" idx="1"/>
          </p:nvPr>
        </p:nvSpPr>
        <p:spPr>
          <a:xfrm>
            <a:off x="720000" y="12032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a:latin typeface="Segoe UI" panose="020B0502040204020203" pitchFamily="34" charset="0"/>
                <a:cs typeface="Segoe UI" panose="020B0502040204020203" pitchFamily="34" charset="0"/>
              </a:rPr>
              <a:t> </a:t>
            </a:r>
            <a:r>
              <a:rPr lang="vi-VN" sz="2000">
                <a:latin typeface="Segoe UI" panose="020B0502040204020203" pitchFamily="34" charset="0"/>
                <a:cs typeface="Segoe UI" panose="020B0502040204020203" pitchFamily="34" charset="0"/>
              </a:rPr>
              <a:t>Giải mã ứng dụng bằng </a:t>
            </a:r>
            <a:r>
              <a:rPr lang="vi-VN" sz="2000" b="1">
                <a:latin typeface="Segoe UI" panose="020B0502040204020203" pitchFamily="34" charset="0"/>
                <a:cs typeface="Segoe UI" panose="020B0502040204020203" pitchFamily="34" charset="0"/>
              </a:rPr>
              <a:t>Apk</a:t>
            </a:r>
            <a:r>
              <a:rPr lang="en-US" sz="2000" b="1">
                <a:latin typeface="Segoe UI" panose="020B0502040204020203" pitchFamily="34" charset="0"/>
                <a:cs typeface="Segoe UI" panose="020B0502040204020203" pitchFamily="34" charset="0"/>
              </a:rPr>
              <a:t>t</a:t>
            </a:r>
            <a:r>
              <a:rPr lang="vi-VN" sz="2000" b="1">
                <a:latin typeface="Segoe UI" panose="020B0502040204020203" pitchFamily="34" charset="0"/>
                <a:cs typeface="Segoe UI" panose="020B0502040204020203" pitchFamily="34" charset="0"/>
              </a:rPr>
              <a:t>ool </a:t>
            </a:r>
            <a:r>
              <a:rPr lang="vi-VN" sz="2000">
                <a:latin typeface="Segoe UI" panose="020B0502040204020203" pitchFamily="34" charset="0"/>
                <a:cs typeface="Segoe UI" panose="020B0502040204020203" pitchFamily="34" charset="0"/>
              </a:rPr>
              <a:t>sẽ thấy được mã nguồn </a:t>
            </a:r>
            <a:r>
              <a:rPr lang="vi-VN" sz="2000" b="1">
                <a:latin typeface="Segoe UI" panose="020B0502040204020203" pitchFamily="34" charset="0"/>
                <a:cs typeface="Segoe UI" panose="020B0502040204020203" pitchFamily="34" charset="0"/>
              </a:rPr>
              <a:t>.smali</a:t>
            </a:r>
            <a:r>
              <a:rPr lang="en-US" sz="20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2" name="Google Shape;809;p48">
            <a:extLst>
              <a:ext uri="{FF2B5EF4-FFF2-40B4-BE49-F238E27FC236}">
                <a16:creationId xmlns:a16="http://schemas.microsoft.com/office/drawing/2014/main" id="{6BF4311E-1BE1-A7AD-9876-8E6364CABCE0}"/>
              </a:ext>
            </a:extLst>
          </p:cNvPr>
          <p:cNvSpPr txBox="1">
            <a:spLocks/>
          </p:cNvSpPr>
          <p:nvPr/>
        </p:nvSpPr>
        <p:spPr>
          <a:xfrm>
            <a:off x="720000" y="196137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r>
              <a:rPr lang="en-US">
                <a:latin typeface="Segoe UI" panose="020B0502040204020203" pitchFamily="34" charset="0"/>
                <a:cs typeface="Segoe UI" panose="020B0502040204020203" pitchFamily="34" charset="0"/>
              </a:rPr>
              <a:t>CẢI TIẾN</a:t>
            </a:r>
          </a:p>
          <a:p>
            <a:endParaRPr lang="en-US">
              <a:latin typeface="Segoe UI" panose="020B0502040204020203" pitchFamily="34" charset="0"/>
              <a:cs typeface="Segoe UI" panose="020B0502040204020203" pitchFamily="34" charset="0"/>
            </a:endParaRPr>
          </a:p>
        </p:txBody>
      </p:sp>
      <p:sp>
        <p:nvSpPr>
          <p:cNvPr id="3" name="Google Shape;810;p48">
            <a:extLst>
              <a:ext uri="{FF2B5EF4-FFF2-40B4-BE49-F238E27FC236}">
                <a16:creationId xmlns:a16="http://schemas.microsoft.com/office/drawing/2014/main" id="{9B5F7E39-6806-C25B-2DD4-90A8F4464C03}"/>
              </a:ext>
            </a:extLst>
          </p:cNvPr>
          <p:cNvSpPr txBox="1">
            <a:spLocks/>
          </p:cNvSpPr>
          <p:nvPr/>
        </p:nvSpPr>
        <p:spPr>
          <a:xfrm>
            <a:off x="720000" y="2719550"/>
            <a:ext cx="7704000" cy="7683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Onest"/>
              <a:buChar char="●"/>
              <a:defRPr sz="1200" b="0" i="0" u="none" strike="noStrike" cap="none">
                <a:solidFill>
                  <a:schemeClr val="dk1"/>
                </a:solidFill>
                <a:latin typeface="Figtree"/>
                <a:ea typeface="Figtree"/>
                <a:cs typeface="Figtree"/>
                <a:sym typeface="Figtree"/>
              </a:defRPr>
            </a:lvl1pPr>
            <a:lvl2pPr marL="914400" marR="0" lvl="1"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2pPr>
            <a:lvl3pPr marL="1371600" marR="0" lvl="2"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3pPr>
            <a:lvl4pPr marL="1828800" marR="0" lvl="3"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4pPr>
            <a:lvl5pPr marL="2286000" marR="0" lvl="4"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5pPr>
            <a:lvl6pPr marL="2743200" marR="0" lvl="5"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6pPr>
            <a:lvl7pPr marL="3200400" marR="0" lvl="6"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7pPr>
            <a:lvl8pPr marL="3657600" marR="0" lvl="7"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8pPr>
            <a:lvl9pPr marL="4114800" marR="0" lvl="8"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9pPr>
          </a:lstStyle>
          <a:p>
            <a:pPr marL="0" indent="0">
              <a:buFont typeface="Onest"/>
              <a:buNone/>
            </a:pPr>
            <a:r>
              <a:rPr lang="en-US" sz="2000" err="1">
                <a:latin typeface="Segoe UI" panose="020B0502040204020203" pitchFamily="34" charset="0"/>
                <a:cs typeface="Segoe UI" panose="020B0502040204020203" pitchFamily="34" charset="0"/>
              </a:rPr>
              <a:t>Bật</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tính</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năng</a:t>
            </a:r>
            <a:r>
              <a:rPr lang="en-US" sz="2000">
                <a:latin typeface="Segoe UI" panose="020B0502040204020203" pitchFamily="34" charset="0"/>
                <a:cs typeface="Segoe UI" panose="020B0502040204020203" pitchFamily="34" charset="0"/>
              </a:rPr>
              <a:t> </a:t>
            </a:r>
            <a:r>
              <a:rPr lang="en-US" sz="2000" b="1" err="1">
                <a:latin typeface="Segoe UI" panose="020B0502040204020203" pitchFamily="34" charset="0"/>
                <a:cs typeface="Segoe UI" panose="020B0502040204020203" pitchFamily="34" charset="0"/>
              </a:rPr>
              <a:t>Obfucassion</a:t>
            </a:r>
            <a:r>
              <a:rPr lang="en-US" sz="2000">
                <a:latin typeface="Segoe UI" panose="020B0502040204020203" pitchFamily="34" charset="0"/>
                <a:cs typeface="Segoe UI" panose="020B0502040204020203" pitchFamily="34" charset="0"/>
              </a:rPr>
              <a:t> để </a:t>
            </a:r>
            <a:r>
              <a:rPr lang="en-US" sz="2000" err="1">
                <a:latin typeface="Segoe UI" panose="020B0502040204020203" pitchFamily="34" charset="0"/>
                <a:cs typeface="Segoe UI" panose="020B0502040204020203" pitchFamily="34" charset="0"/>
              </a:rPr>
              <a:t>làm</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mờ</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mã</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nguồn</a:t>
            </a:r>
            <a:r>
              <a:rPr lang="en-US" sz="2000">
                <a:latin typeface="Segoe UI" panose="020B0502040204020203" pitchFamily="34" charset="0"/>
                <a:cs typeface="Segoe UI" panose="020B0502040204020203" pitchFamily="34" charset="0"/>
              </a:rPr>
              <a:t> khi </a:t>
            </a:r>
            <a:r>
              <a:rPr lang="en-US" sz="2000" err="1">
                <a:latin typeface="Segoe UI" panose="020B0502040204020203" pitchFamily="34" charset="0"/>
                <a:cs typeface="Segoe UI" panose="020B0502040204020203" pitchFamily="34" charset="0"/>
              </a:rPr>
              <a:t>mã</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nguồn</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bị</a:t>
            </a:r>
            <a:r>
              <a:rPr lang="en-US" sz="2000">
                <a:latin typeface="Segoe UI" panose="020B0502040204020203" pitchFamily="34" charset="0"/>
                <a:cs typeface="Segoe UI" panose="020B0502040204020203" pitchFamily="34" charset="0"/>
              </a:rPr>
              <a:t> </a:t>
            </a:r>
            <a:r>
              <a:rPr lang="en-US" sz="2000" b="1">
                <a:latin typeface="Segoe UI" panose="020B0502040204020203" pitchFamily="34" charset="0"/>
                <a:cs typeface="Segoe UI" panose="020B0502040204020203" pitchFamily="34" charset="0"/>
              </a:rPr>
              <a:t>decompile</a:t>
            </a:r>
            <a:r>
              <a:rPr lang="en-US" sz="2000">
                <a:latin typeface="Segoe UI" panose="020B0502040204020203" pitchFamily="34" charset="0"/>
                <a:cs typeface="Segoe UI" panose="020B0502040204020203" pitchFamily="34" charset="0"/>
              </a:rPr>
              <a:t>.</a:t>
            </a:r>
          </a:p>
        </p:txBody>
      </p:sp>
      <p:sp>
        <p:nvSpPr>
          <p:cNvPr id="5" name="Slide Number Placeholder 4">
            <a:extLst>
              <a:ext uri="{FF2B5EF4-FFF2-40B4-BE49-F238E27FC236}">
                <a16:creationId xmlns:a16="http://schemas.microsoft.com/office/drawing/2014/main" id="{5D4B0F42-E6D9-B22A-EC0B-1EC157DC3553}"/>
              </a:ext>
            </a:extLst>
          </p:cNvPr>
          <p:cNvSpPr>
            <a:spLocks noGrp="1"/>
          </p:cNvSpPr>
          <p:nvPr>
            <p:ph type="sldNum" sz="quarter" idx="12"/>
          </p:nvPr>
        </p:nvSpPr>
        <p:spPr/>
        <p:txBody>
          <a:bodyPr/>
          <a:lstStyle/>
          <a:p>
            <a:fld id="{CF8920F0-685D-4D8A-A9EF-3EE1A60245BD}" type="slidenum">
              <a:rPr lang="en-US" smtClean="0"/>
              <a:t>80</a:t>
            </a:fld>
            <a:endParaRPr lang="en-US"/>
          </a:p>
        </p:txBody>
      </p:sp>
    </p:spTree>
    <p:extLst>
      <p:ext uri="{BB962C8B-B14F-4D97-AF65-F5344CB8AC3E}">
        <p14:creationId xmlns:p14="http://schemas.microsoft.com/office/powerpoint/2010/main" val="14527409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714A93C9-1658-E0E1-34C6-C77BBA9A923A}"/>
            </a:ext>
          </a:extLst>
        </p:cNvPr>
        <p:cNvGrpSpPr/>
        <p:nvPr/>
      </p:nvGrpSpPr>
      <p:grpSpPr>
        <a:xfrm>
          <a:off x="0" y="0"/>
          <a:ext cx="0" cy="0"/>
          <a:chOff x="0" y="0"/>
          <a:chExt cx="0" cy="0"/>
        </a:xfrm>
      </p:grpSpPr>
      <p:pic>
        <p:nvPicPr>
          <p:cNvPr id="51202" name="Picture 2" descr="A screen shot of a computer program&#10;&#10;Description automatically generated">
            <a:extLst>
              <a:ext uri="{FF2B5EF4-FFF2-40B4-BE49-F238E27FC236}">
                <a16:creationId xmlns:a16="http://schemas.microsoft.com/office/drawing/2014/main" id="{31B76222-21D6-B132-9E6B-DE49034B2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881" y="227780"/>
            <a:ext cx="6832238" cy="4687940"/>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4A8D1436-CB82-916F-51A9-6A65FB3A4694}"/>
              </a:ext>
            </a:extLst>
          </p:cNvPr>
          <p:cNvSpPr>
            <a:spLocks noGrp="1"/>
          </p:cNvSpPr>
          <p:nvPr>
            <p:ph type="sldNum" sz="quarter" idx="12"/>
          </p:nvPr>
        </p:nvSpPr>
        <p:spPr/>
        <p:txBody>
          <a:bodyPr/>
          <a:lstStyle/>
          <a:p>
            <a:fld id="{CF8920F0-685D-4D8A-A9EF-3EE1A60245BD}" type="slidenum">
              <a:rPr lang="en-US" smtClean="0"/>
              <a:t>81</a:t>
            </a:fld>
            <a:endParaRPr lang="en-US"/>
          </a:p>
        </p:txBody>
      </p:sp>
    </p:spTree>
    <p:extLst>
      <p:ext uri="{BB962C8B-B14F-4D97-AF65-F5344CB8AC3E}">
        <p14:creationId xmlns:p14="http://schemas.microsoft.com/office/powerpoint/2010/main" val="9172726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97803A64-85D3-B4C1-BAA6-0C4C8F953D4B}"/>
            </a:ext>
          </a:extLst>
        </p:cNvPr>
        <p:cNvGrpSpPr/>
        <p:nvPr/>
      </p:nvGrpSpPr>
      <p:grpSpPr>
        <a:xfrm>
          <a:off x="0" y="0"/>
          <a:ext cx="0" cy="0"/>
          <a:chOff x="0" y="0"/>
          <a:chExt cx="0" cy="0"/>
        </a:xfrm>
      </p:grpSpPr>
      <p:sp>
        <p:nvSpPr>
          <p:cNvPr id="230" name="Google Shape;230;p30">
            <a:extLst>
              <a:ext uri="{FF2B5EF4-FFF2-40B4-BE49-F238E27FC236}">
                <a16:creationId xmlns:a16="http://schemas.microsoft.com/office/drawing/2014/main" id="{18D4A807-5895-A7EF-B637-6212FB995B4E}"/>
              </a:ext>
            </a:extLst>
          </p:cNvPr>
          <p:cNvSpPr txBox="1">
            <a:spLocks noGrp="1"/>
          </p:cNvSpPr>
          <p:nvPr>
            <p:ph type="title"/>
          </p:nvPr>
        </p:nvSpPr>
        <p:spPr>
          <a:xfrm>
            <a:off x="710575" y="1967872"/>
            <a:ext cx="4332900" cy="1293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a:latin typeface="Segoe UI" panose="020B0502040204020203" pitchFamily="34" charset="0"/>
                <a:cs typeface="Segoe UI" panose="020B0502040204020203" pitchFamily="34" charset="0"/>
              </a:rPr>
              <a:t>EXTRANEOUS FUNCTIONALITY (CHỨC NĂNG KHÔNG CẦN THIẾT)</a:t>
            </a:r>
          </a:p>
        </p:txBody>
      </p:sp>
      <p:sp>
        <p:nvSpPr>
          <p:cNvPr id="231" name="Google Shape;231;p30">
            <a:extLst>
              <a:ext uri="{FF2B5EF4-FFF2-40B4-BE49-F238E27FC236}">
                <a16:creationId xmlns:a16="http://schemas.microsoft.com/office/drawing/2014/main" id="{0AF04B75-BEA7-B260-86B9-72DA566DEAC2}"/>
              </a:ext>
            </a:extLst>
          </p:cNvPr>
          <p:cNvSpPr txBox="1">
            <a:spLocks noGrp="1"/>
          </p:cNvSpPr>
          <p:nvPr>
            <p:ph type="title" idx="2"/>
          </p:nvPr>
        </p:nvSpPr>
        <p:spPr>
          <a:xfrm>
            <a:off x="710575" y="1306344"/>
            <a:ext cx="1529705" cy="8676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M-10</a:t>
            </a:r>
            <a:endParaRPr sz="4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6AB946DD-AF8B-C579-F729-4C5DBFA7A2CA}"/>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87B2F66B-95CB-B8C0-0B11-333601A3E44F}"/>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43811077-3C3C-A8D1-28BF-312B478821F3}"/>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9D5724A1-D46C-280B-1BF8-FEB3EA7BF175}"/>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99662879-A82F-8F22-52C5-54290BF1DFDE}"/>
              </a:ext>
            </a:extLst>
          </p:cNvPr>
          <p:cNvSpPr>
            <a:spLocks noGrp="1"/>
          </p:cNvSpPr>
          <p:nvPr>
            <p:ph type="sldNum" sz="quarter" idx="12"/>
          </p:nvPr>
        </p:nvSpPr>
        <p:spPr/>
        <p:txBody>
          <a:bodyPr/>
          <a:lstStyle/>
          <a:p>
            <a:fld id="{CF8920F0-685D-4D8A-A9EF-3EE1A60245BD}" type="slidenum">
              <a:rPr lang="en-US" smtClean="0"/>
              <a:t>82</a:t>
            </a:fld>
            <a:endParaRPr lang="en-US"/>
          </a:p>
        </p:txBody>
      </p:sp>
      <p:pic>
        <p:nvPicPr>
          <p:cNvPr id="5" name="Picture 4">
            <a:extLst>
              <a:ext uri="{FF2B5EF4-FFF2-40B4-BE49-F238E27FC236}">
                <a16:creationId xmlns:a16="http://schemas.microsoft.com/office/drawing/2014/main" id="{A1EFE527-B0D7-E7F7-828B-3FF717371714}"/>
              </a:ext>
            </a:extLst>
          </p:cNvPr>
          <p:cNvPicPr>
            <a:picLocks noChangeAspect="1"/>
          </p:cNvPicPr>
          <p:nvPr/>
        </p:nvPicPr>
        <p:blipFill>
          <a:blip r:embed="rId4"/>
          <a:srcRect t="96" b="96"/>
          <a:stretch/>
        </p:blipFill>
        <p:spPr>
          <a:xfrm>
            <a:off x="5057023" y="612053"/>
            <a:ext cx="3542388" cy="3542388"/>
          </a:xfrm>
          <a:prstGeom prst="roundRect">
            <a:avLst/>
          </a:prstGeom>
        </p:spPr>
      </p:pic>
    </p:spTree>
    <p:extLst>
      <p:ext uri="{BB962C8B-B14F-4D97-AF65-F5344CB8AC3E}">
        <p14:creationId xmlns:p14="http://schemas.microsoft.com/office/powerpoint/2010/main" val="17130769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39EB3D61-D288-D605-4D0B-26730898C451}"/>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F531C095-8485-0633-2D7C-CBB1A1429131}"/>
              </a:ext>
            </a:extLst>
          </p:cNvPr>
          <p:cNvSpPr txBox="1">
            <a:spLocks noGrp="1"/>
          </p:cNvSpPr>
          <p:nvPr>
            <p:ph type="body" idx="1"/>
          </p:nvPr>
        </p:nvSpPr>
        <p:spPr>
          <a:xfrm>
            <a:off x="720000" y="1203200"/>
            <a:ext cx="7704000" cy="2573346"/>
          </a:xfrm>
          <a:prstGeom prst="rect">
            <a:avLst/>
          </a:prstGeom>
        </p:spPr>
        <p:txBody>
          <a:bodyPr spcFirstLastPara="1" wrap="square" lIns="91425" tIns="91425" rIns="91425" bIns="91425" anchor="t" anchorCtr="0">
            <a:noAutofit/>
          </a:bodyPr>
          <a:lstStyle/>
          <a:p>
            <a:pPr marL="0" indent="0">
              <a:buNone/>
            </a:pPr>
            <a:endParaRPr lang="en-US" sz="2400">
              <a:latin typeface="Segoe UI" panose="020B0502040204020203" pitchFamily="34" charset="0"/>
              <a:cs typeface="Segoe UI" panose="020B0502040204020203" pitchFamily="34" charset="0"/>
            </a:endParaRPr>
          </a:p>
          <a:p>
            <a:pPr marL="0" lvl="0" indent="0" algn="l" rtl="0">
              <a:spcBef>
                <a:spcPts val="0"/>
              </a:spcBef>
              <a:spcAft>
                <a:spcPts val="0"/>
              </a:spcAft>
              <a:buNone/>
            </a:pPr>
            <a:r>
              <a:rPr lang="vi-VN" sz="2400">
                <a:latin typeface="Segoe UI" panose="020B0502040204020203" pitchFamily="34" charset="0"/>
                <a:cs typeface="Segoe UI" panose="020B0502040204020203" pitchFamily="34" charset="0"/>
              </a:rPr>
              <a:t>Lỗ hổng </a:t>
            </a:r>
            <a:r>
              <a:rPr lang="en-US" sz="2400" b="1">
                <a:latin typeface="Segoe UI" panose="020B0502040204020203" pitchFamily="34" charset="0"/>
                <a:cs typeface="Segoe UI" panose="020B0502040204020203" pitchFamily="34" charset="0"/>
              </a:rPr>
              <a:t>Extraneous Functionality </a:t>
            </a:r>
            <a:r>
              <a:rPr lang="vi-VN" sz="2400">
                <a:latin typeface="Segoe UI" panose="020B0502040204020203" pitchFamily="34" charset="0"/>
                <a:cs typeface="Segoe UI" panose="020B0502040204020203" pitchFamily="34" charset="0"/>
              </a:rPr>
              <a:t>liên quan đến việc ứng dụng di động có các chức năng hoặc tính năng không cần thiết, chưa được loại bỏ khi ứng dụng được phát hành, hoặc có những tính năng tiềm ẩn được kích hoạt mà người dùng không nhận biết</a:t>
            </a:r>
            <a:r>
              <a:rPr lang="en-US" sz="240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C8E90E21-3DBF-73F8-9E4D-23DC14A05E82}"/>
              </a:ext>
            </a:extLst>
          </p:cNvPr>
          <p:cNvSpPr>
            <a:spLocks noGrp="1"/>
          </p:cNvSpPr>
          <p:nvPr>
            <p:ph type="sldNum" sz="quarter" idx="12"/>
          </p:nvPr>
        </p:nvSpPr>
        <p:spPr/>
        <p:txBody>
          <a:bodyPr/>
          <a:lstStyle/>
          <a:p>
            <a:fld id="{CF8920F0-685D-4D8A-A9EF-3EE1A60245BD}" type="slidenum">
              <a:rPr lang="en-US" smtClean="0"/>
              <a:t>83</a:t>
            </a:fld>
            <a:endParaRPr lang="en-US"/>
          </a:p>
        </p:txBody>
      </p:sp>
      <p:sp>
        <p:nvSpPr>
          <p:cNvPr id="5" name="Google Shape;809;p48">
            <a:extLst>
              <a:ext uri="{FF2B5EF4-FFF2-40B4-BE49-F238E27FC236}">
                <a16:creationId xmlns:a16="http://schemas.microsoft.com/office/drawing/2014/main" id="{BBFDB6D6-59BA-B53F-129F-FB451221BB8E}"/>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24670094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ACCB85AD-C52E-ABF1-D059-36FAC92B820C}"/>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BBF9DD71-2120-F28A-51F1-26409221EE92}"/>
              </a:ext>
            </a:extLst>
          </p:cNvPr>
          <p:cNvSpPr txBox="1">
            <a:spLocks noGrp="1"/>
          </p:cNvSpPr>
          <p:nvPr>
            <p:ph type="body" idx="1"/>
          </p:nvPr>
        </p:nvSpPr>
        <p:spPr>
          <a:xfrm>
            <a:off x="720000" y="1203200"/>
            <a:ext cx="7704000" cy="2667760"/>
          </a:xfrm>
          <a:prstGeom prst="rect">
            <a:avLst/>
          </a:prstGeom>
        </p:spPr>
        <p:txBody>
          <a:bodyPr spcFirstLastPara="1" wrap="square" lIns="91425" tIns="91425" rIns="91425" bIns="91425" anchor="t" anchorCtr="0">
            <a:noAutofit/>
          </a:bodyPr>
          <a:lstStyle/>
          <a:p>
            <a:pPr marL="285750" indent="-285750"/>
            <a:r>
              <a:rPr lang="vi-VN" sz="2000">
                <a:latin typeface="Segoe UI" panose="020B0502040204020203" pitchFamily="34" charset="0"/>
                <a:cs typeface="Segoe UI" panose="020B0502040204020203" pitchFamily="34" charset="0"/>
              </a:rPr>
              <a:t>Các chức năng dành cho việc phát triển, gỡ lỗi, hoặc thử nghiệm nhưng lại không bị loại bỏ khi ứng dụng chính thức được phát hành</a:t>
            </a:r>
            <a:r>
              <a:rPr lang="en-US" sz="2000">
                <a:latin typeface="Segoe UI" panose="020B0502040204020203" pitchFamily="34" charset="0"/>
                <a:cs typeface="Segoe UI" panose="020B0502040204020203" pitchFamily="34" charset="0"/>
              </a:rPr>
              <a:t>.</a:t>
            </a:r>
          </a:p>
          <a:p>
            <a:pPr marL="285750" indent="-285750"/>
            <a:r>
              <a:rPr lang="vi-VN" sz="2000">
                <a:latin typeface="Segoe UI" panose="020B0502040204020203" pitchFamily="34" charset="0"/>
                <a:cs typeface="Segoe UI" panose="020B0502040204020203" pitchFamily="34" charset="0"/>
              </a:rPr>
              <a:t>Tính năng ẩn, chức năng không sử dụng hoặc quyền truy cập không cần thiết mà người dùng không biết đến</a:t>
            </a:r>
            <a:r>
              <a:rPr lang="en-US" sz="2000">
                <a:latin typeface="Segoe UI" panose="020B0502040204020203" pitchFamily="34" charset="0"/>
                <a:cs typeface="Segoe UI" panose="020B0502040204020203" pitchFamily="34" charset="0"/>
              </a:rPr>
              <a:t>.</a:t>
            </a:r>
          </a:p>
          <a:p>
            <a:pPr marL="285750" indent="-285750"/>
            <a:r>
              <a:rPr lang="vi-VN" sz="2000">
                <a:latin typeface="Segoe UI" panose="020B0502040204020203" pitchFamily="34" charset="0"/>
                <a:cs typeface="Segoe UI" panose="020B0502040204020203" pitchFamily="34" charset="0"/>
              </a:rPr>
              <a:t>Các API, cổng kết nối (ports), hoặc dịch vụ mở không cần thiết, có thể bị khai thác nếu không được bảo vệ đúng cách</a:t>
            </a:r>
            <a:r>
              <a:rPr lang="en-US" sz="2000">
                <a:latin typeface="Segoe UI" panose="020B0502040204020203" pitchFamily="34" charset="0"/>
                <a:cs typeface="Segoe UI" panose="020B0502040204020203" pitchFamily="34" charset="0"/>
              </a:rPr>
              <a:t>.</a:t>
            </a:r>
            <a:r>
              <a:rPr lang="vi-VN" sz="2000">
                <a:latin typeface="Segoe UI" panose="020B0502040204020203" pitchFamily="34" charset="0"/>
                <a:cs typeface="Segoe UI" panose="020B0502040204020203" pitchFamily="34" charset="0"/>
              </a:rPr>
              <a:t> </a:t>
            </a:r>
            <a:endParaRPr lang="en-US" sz="20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a:p>
        </p:txBody>
      </p:sp>
      <p:sp>
        <p:nvSpPr>
          <p:cNvPr id="3" name="Slide Number Placeholder 2">
            <a:extLst>
              <a:ext uri="{FF2B5EF4-FFF2-40B4-BE49-F238E27FC236}">
                <a16:creationId xmlns:a16="http://schemas.microsoft.com/office/drawing/2014/main" id="{A7219241-E00B-5384-97DE-CB2A25027C7E}"/>
              </a:ext>
            </a:extLst>
          </p:cNvPr>
          <p:cNvSpPr>
            <a:spLocks noGrp="1"/>
          </p:cNvSpPr>
          <p:nvPr>
            <p:ph type="sldNum" sz="quarter" idx="12"/>
          </p:nvPr>
        </p:nvSpPr>
        <p:spPr/>
        <p:txBody>
          <a:bodyPr/>
          <a:lstStyle/>
          <a:p>
            <a:fld id="{CF8920F0-685D-4D8A-A9EF-3EE1A60245BD}" type="slidenum">
              <a:rPr lang="en-US" smtClean="0"/>
              <a:t>84</a:t>
            </a:fld>
            <a:endParaRPr lang="en-US"/>
          </a:p>
        </p:txBody>
      </p:sp>
      <p:sp>
        <p:nvSpPr>
          <p:cNvPr id="5" name="Google Shape;809;p48">
            <a:extLst>
              <a:ext uri="{FF2B5EF4-FFF2-40B4-BE49-F238E27FC236}">
                <a16:creationId xmlns:a16="http://schemas.microsoft.com/office/drawing/2014/main" id="{C3D3B7D0-E244-2077-3875-D009002BB704}"/>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3171147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0391EE87-E3D8-8E63-0DC3-C34B71FD6E9D}"/>
            </a:ext>
          </a:extLst>
        </p:cNvPr>
        <p:cNvGrpSpPr/>
        <p:nvPr/>
      </p:nvGrpSpPr>
      <p:grpSpPr>
        <a:xfrm>
          <a:off x="0" y="0"/>
          <a:ext cx="0" cy="0"/>
          <a:chOff x="0" y="0"/>
          <a:chExt cx="0" cy="0"/>
        </a:xfrm>
      </p:grpSpPr>
      <p:sp>
        <p:nvSpPr>
          <p:cNvPr id="810" name="Google Shape;810;p48">
            <a:extLst>
              <a:ext uri="{FF2B5EF4-FFF2-40B4-BE49-F238E27FC236}">
                <a16:creationId xmlns:a16="http://schemas.microsoft.com/office/drawing/2014/main" id="{52620304-1DB8-561B-4B5F-D85B16D04E5D}"/>
              </a:ext>
            </a:extLst>
          </p:cNvPr>
          <p:cNvSpPr txBox="1">
            <a:spLocks noGrp="1"/>
          </p:cNvSpPr>
          <p:nvPr>
            <p:ph type="body" idx="1"/>
          </p:nvPr>
        </p:nvSpPr>
        <p:spPr>
          <a:xfrm>
            <a:off x="720000" y="12032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Tài</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khoản</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và</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mật</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khẩu</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thử</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nghiệm</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chưa</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được</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loại</a:t>
            </a:r>
            <a:r>
              <a:rPr lang="en-US" sz="1800" dirty="0">
                <a:latin typeface="Segoe UI" panose="020B0502040204020203" pitchFamily="34" charset="0"/>
                <a:cs typeface="Segoe UI" panose="020B0502040204020203" pitchFamily="34" charset="0"/>
              </a:rPr>
              <a:t> </a:t>
            </a:r>
            <a:r>
              <a:rPr lang="en-US" sz="1800" dirty="0" err="1">
                <a:latin typeface="Segoe UI" panose="020B0502040204020203" pitchFamily="34" charset="0"/>
                <a:cs typeface="Segoe UI" panose="020B0502040204020203" pitchFamily="34" charset="0"/>
              </a:rPr>
              <a:t>bỏ</a:t>
            </a:r>
            <a:r>
              <a:rPr lang="en-US" sz="1800" dirty="0">
                <a:latin typeface="Segoe UI" panose="020B0502040204020203" pitchFamily="34" charset="0"/>
                <a:cs typeface="Segoe UI" panose="020B0502040204020203" pitchFamily="34" charset="0"/>
              </a:rPr>
              <a:t>.</a:t>
            </a: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lang="en-US" sz="1800" dirty="0">
              <a:latin typeface="Segoe UI" panose="020B0502040204020203" pitchFamily="34" charset="0"/>
              <a:cs typeface="Segoe UI" panose="020B0502040204020203" pitchFamily="34" charset="0"/>
            </a:endParaRPr>
          </a:p>
          <a:p>
            <a:pPr marL="0" lvl="0" indent="0" algn="l" rtl="0">
              <a:spcBef>
                <a:spcPts val="0"/>
              </a:spcBef>
              <a:spcAft>
                <a:spcPts val="0"/>
              </a:spcAft>
              <a:buNone/>
            </a:pPr>
            <a:endParaRPr dirty="0"/>
          </a:p>
        </p:txBody>
      </p:sp>
      <p:sp>
        <p:nvSpPr>
          <p:cNvPr id="3" name="Google Shape;810;p48">
            <a:extLst>
              <a:ext uri="{FF2B5EF4-FFF2-40B4-BE49-F238E27FC236}">
                <a16:creationId xmlns:a16="http://schemas.microsoft.com/office/drawing/2014/main" id="{7FEE9102-9CD1-ED3E-464E-BEAE9CFE5607}"/>
              </a:ext>
            </a:extLst>
          </p:cNvPr>
          <p:cNvSpPr txBox="1">
            <a:spLocks/>
          </p:cNvSpPr>
          <p:nvPr/>
        </p:nvSpPr>
        <p:spPr>
          <a:xfrm>
            <a:off x="720000" y="3556100"/>
            <a:ext cx="7704000"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Onest"/>
              <a:buChar char="●"/>
              <a:defRPr sz="1200" b="0" i="0" u="none" strike="noStrike" cap="none">
                <a:solidFill>
                  <a:schemeClr val="dk1"/>
                </a:solidFill>
                <a:latin typeface="Figtree"/>
                <a:ea typeface="Figtree"/>
                <a:cs typeface="Figtree"/>
                <a:sym typeface="Figtree"/>
              </a:defRPr>
            </a:lvl1pPr>
            <a:lvl2pPr marL="914400" marR="0" lvl="1"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2pPr>
            <a:lvl3pPr marL="1371600" marR="0" lvl="2"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3pPr>
            <a:lvl4pPr marL="1828800" marR="0" lvl="3"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4pPr>
            <a:lvl5pPr marL="2286000" marR="0" lvl="4"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5pPr>
            <a:lvl6pPr marL="2743200" marR="0" lvl="5"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6pPr>
            <a:lvl7pPr marL="3200400" marR="0" lvl="6"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7pPr>
            <a:lvl8pPr marL="3657600" marR="0" lvl="7"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8pPr>
            <a:lvl9pPr marL="4114800" marR="0" lvl="8" indent="-304800" algn="l" rtl="0">
              <a:lnSpc>
                <a:spcPct val="115000"/>
              </a:lnSpc>
              <a:spcBef>
                <a:spcPts val="0"/>
              </a:spcBef>
              <a:spcAft>
                <a:spcPts val="0"/>
              </a:spcAft>
              <a:buClr>
                <a:srgbClr val="434343"/>
              </a:buClr>
              <a:buSzPts val="1200"/>
              <a:buFont typeface="Roboto Condensed Light"/>
              <a:buChar char="■"/>
              <a:defRPr sz="1200" b="0" i="0" u="none" strike="noStrike" cap="none">
                <a:solidFill>
                  <a:schemeClr val="dk1"/>
                </a:solidFill>
                <a:latin typeface="Onest"/>
                <a:ea typeface="Onest"/>
                <a:cs typeface="Onest"/>
                <a:sym typeface="Onest"/>
              </a:defRPr>
            </a:lvl9pPr>
          </a:lstStyle>
          <a:p>
            <a:pPr marL="0" indent="0">
              <a:buFont typeface="Onest"/>
              <a:buNone/>
            </a:pPr>
            <a:r>
              <a:rPr lang="en-US" sz="2000" err="1">
                <a:latin typeface="Segoe UI" panose="020B0502040204020203" pitchFamily="34" charset="0"/>
                <a:cs typeface="Segoe UI" panose="020B0502040204020203" pitchFamily="34" charset="0"/>
              </a:rPr>
              <a:t>Loại</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bỏ</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tài</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khoản</a:t>
            </a:r>
            <a:r>
              <a:rPr lang="en-US" sz="2000">
                <a:latin typeface="Segoe UI" panose="020B0502040204020203" pitchFamily="34" charset="0"/>
                <a:cs typeface="Segoe UI" panose="020B0502040204020203" pitchFamily="34" charset="0"/>
              </a:rPr>
              <a:t> và </a:t>
            </a:r>
            <a:r>
              <a:rPr lang="en-US" sz="2000" err="1">
                <a:latin typeface="Segoe UI" panose="020B0502040204020203" pitchFamily="34" charset="0"/>
                <a:cs typeface="Segoe UI" panose="020B0502040204020203" pitchFamily="34" charset="0"/>
              </a:rPr>
              <a:t>mật</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khẩu</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thử</a:t>
            </a:r>
            <a:r>
              <a:rPr lang="en-US" sz="2000">
                <a:latin typeface="Segoe UI" panose="020B0502040204020203" pitchFamily="34" charset="0"/>
                <a:cs typeface="Segoe UI" panose="020B0502040204020203" pitchFamily="34" charset="0"/>
              </a:rPr>
              <a:t> </a:t>
            </a:r>
            <a:r>
              <a:rPr lang="en-US" sz="2000" err="1">
                <a:latin typeface="Segoe UI" panose="020B0502040204020203" pitchFamily="34" charset="0"/>
                <a:cs typeface="Segoe UI" panose="020B0502040204020203" pitchFamily="34" charset="0"/>
              </a:rPr>
              <a:t>nghiệm</a:t>
            </a:r>
            <a:r>
              <a:rPr lang="en-US" sz="2000">
                <a:latin typeface="Segoe UI" panose="020B0502040204020203" pitchFamily="34" charset="0"/>
                <a:cs typeface="Segoe UI" panose="020B0502040204020203" pitchFamily="34" charset="0"/>
              </a:rPr>
              <a:t>.</a:t>
            </a:r>
          </a:p>
        </p:txBody>
      </p:sp>
      <p:pic>
        <p:nvPicPr>
          <p:cNvPr id="67586" name="Picture 2" descr="A screen shot of a computer screen&#10;&#10;Description automatically generated">
            <a:extLst>
              <a:ext uri="{FF2B5EF4-FFF2-40B4-BE49-F238E27FC236}">
                <a16:creationId xmlns:a16="http://schemas.microsoft.com/office/drawing/2014/main" id="{1B704E5C-4D61-8EC9-7DFA-BB0458834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719632"/>
            <a:ext cx="7704000" cy="102101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71E2465-4170-3D62-8CB3-F2177B410674}"/>
              </a:ext>
            </a:extLst>
          </p:cNvPr>
          <p:cNvSpPr>
            <a:spLocks noGrp="1"/>
          </p:cNvSpPr>
          <p:nvPr>
            <p:ph type="sldNum" sz="quarter" idx="12"/>
          </p:nvPr>
        </p:nvSpPr>
        <p:spPr/>
        <p:txBody>
          <a:bodyPr/>
          <a:lstStyle/>
          <a:p>
            <a:fld id="{CF8920F0-685D-4D8A-A9EF-3EE1A60245BD}" type="slidenum">
              <a:rPr lang="en-US" smtClean="0"/>
              <a:t>85</a:t>
            </a:fld>
            <a:endParaRPr lang="en-US"/>
          </a:p>
        </p:txBody>
      </p:sp>
      <p:sp>
        <p:nvSpPr>
          <p:cNvPr id="7" name="Google Shape;809;p48">
            <a:extLst>
              <a:ext uri="{FF2B5EF4-FFF2-40B4-BE49-F238E27FC236}">
                <a16:creationId xmlns:a16="http://schemas.microsoft.com/office/drawing/2014/main" id="{91DDB080-977A-E162-4DFB-F57452D62274}"/>
              </a:ext>
            </a:extLst>
          </p:cNvPr>
          <p:cNvSpPr txBox="1">
            <a:spLocks noGrp="1"/>
          </p:cNvSpPr>
          <p:nvPr>
            <p:ph type="title"/>
          </p:nvPr>
        </p:nvSpPr>
        <p:spPr>
          <a:xfrm>
            <a:off x="3348879" y="307934"/>
            <a:ext cx="2446242" cy="6536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PHÂN TÍCH</a:t>
            </a:r>
            <a:endParaRPr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8" name="Google Shape;809;p48">
            <a:extLst>
              <a:ext uri="{FF2B5EF4-FFF2-40B4-BE49-F238E27FC236}">
                <a16:creationId xmlns:a16="http://schemas.microsoft.com/office/drawing/2014/main" id="{09E34A6F-EDB5-E28E-8764-7B15F27E30F4}"/>
              </a:ext>
            </a:extLst>
          </p:cNvPr>
          <p:cNvSpPr txBox="1">
            <a:spLocks/>
          </p:cNvSpPr>
          <p:nvPr/>
        </p:nvSpPr>
        <p:spPr>
          <a:xfrm>
            <a:off x="3348879" y="2821535"/>
            <a:ext cx="2446242" cy="6536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CẢI TIẾN</a:t>
            </a:r>
          </a:p>
        </p:txBody>
      </p:sp>
    </p:spTree>
    <p:extLst>
      <p:ext uri="{BB962C8B-B14F-4D97-AF65-F5344CB8AC3E}">
        <p14:creationId xmlns:p14="http://schemas.microsoft.com/office/powerpoint/2010/main" val="39284450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4B1FACE8-9362-E6AD-FDCB-771B27AF03CA}"/>
            </a:ext>
          </a:extLst>
        </p:cNvPr>
        <p:cNvGrpSpPr/>
        <p:nvPr/>
      </p:nvGrpSpPr>
      <p:grpSpPr>
        <a:xfrm>
          <a:off x="0" y="0"/>
          <a:ext cx="0" cy="0"/>
          <a:chOff x="0" y="0"/>
          <a:chExt cx="0" cy="0"/>
        </a:xfrm>
      </p:grpSpPr>
      <p:sp>
        <p:nvSpPr>
          <p:cNvPr id="231" name="Google Shape;231;p30">
            <a:extLst>
              <a:ext uri="{FF2B5EF4-FFF2-40B4-BE49-F238E27FC236}">
                <a16:creationId xmlns:a16="http://schemas.microsoft.com/office/drawing/2014/main" id="{FCB37091-84EA-4D85-DA28-D24488476741}"/>
              </a:ext>
            </a:extLst>
          </p:cNvPr>
          <p:cNvSpPr txBox="1">
            <a:spLocks noGrp="1"/>
          </p:cNvSpPr>
          <p:nvPr>
            <p:ph type="title" idx="2"/>
          </p:nvPr>
        </p:nvSpPr>
        <p:spPr>
          <a:xfrm>
            <a:off x="1170266" y="1306344"/>
            <a:ext cx="6835867" cy="1869385"/>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800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3</a:t>
            </a:r>
            <a:br>
              <a:rPr lang="en" sz="4000" dirty="0">
                <a:solidFill>
                  <a:schemeClr val="accent2">
                    <a:lumMod val="75000"/>
                    <a:lumOff val="25000"/>
                  </a:schemeClr>
                </a:solidFill>
                <a:latin typeface="Segoe UI" panose="020B0502040204020203" pitchFamily="34" charset="0"/>
                <a:cs typeface="Segoe UI" panose="020B0502040204020203" pitchFamily="34" charset="0"/>
              </a:rPr>
            </a:br>
            <a:r>
              <a:rPr lang="en-US" sz="4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TỔNG KẾT</a:t>
            </a:r>
            <a:endParaRPr sz="4000" b="0"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233" name="Google Shape;233;p30">
            <a:extLst>
              <a:ext uri="{FF2B5EF4-FFF2-40B4-BE49-F238E27FC236}">
                <a16:creationId xmlns:a16="http://schemas.microsoft.com/office/drawing/2014/main" id="{83897D16-61C7-036F-1915-53DC25F8EF5A}"/>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7BB40353-D90F-E6C1-7774-4C3CB4C378D4}"/>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211AC404-B5A7-08B1-8103-C827287201C1}"/>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1359B72D-8409-DCA2-1825-8BD5EF1CBD8B}"/>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5" name="Slide Number Placeholder 4">
            <a:extLst>
              <a:ext uri="{FF2B5EF4-FFF2-40B4-BE49-F238E27FC236}">
                <a16:creationId xmlns:a16="http://schemas.microsoft.com/office/drawing/2014/main" id="{73B662B7-B120-6AEB-3183-BBD8705C3828}"/>
              </a:ext>
            </a:extLst>
          </p:cNvPr>
          <p:cNvSpPr>
            <a:spLocks noGrp="1"/>
          </p:cNvSpPr>
          <p:nvPr>
            <p:ph type="sldNum" sz="quarter" idx="12"/>
          </p:nvPr>
        </p:nvSpPr>
        <p:spPr/>
        <p:txBody>
          <a:bodyPr/>
          <a:lstStyle/>
          <a:p>
            <a:fld id="{CF8920F0-685D-4D8A-A9EF-3EE1A60245BD}" type="slidenum">
              <a:rPr lang="en-US" smtClean="0"/>
              <a:t>86</a:t>
            </a:fld>
            <a:endParaRPr lang="en-US"/>
          </a:p>
        </p:txBody>
      </p:sp>
    </p:spTree>
    <p:extLst>
      <p:ext uri="{BB962C8B-B14F-4D97-AF65-F5344CB8AC3E}">
        <p14:creationId xmlns:p14="http://schemas.microsoft.com/office/powerpoint/2010/main" val="15489447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574DB9A-1AE2-2B1F-3D89-01DB0835EAE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7658B5D-CA17-EDA6-15CD-A5BC9127ACE7}"/>
              </a:ext>
            </a:extLst>
          </p:cNvPr>
          <p:cNvSpPr>
            <a:spLocks noGrp="1"/>
          </p:cNvSpPr>
          <p:nvPr>
            <p:ph type="sldNum" sz="quarter" idx="12"/>
          </p:nvPr>
        </p:nvSpPr>
        <p:spPr/>
        <p:txBody>
          <a:bodyPr/>
          <a:lstStyle/>
          <a:p>
            <a:fld id="{CF8920F0-685D-4D8A-A9EF-3EE1A60245BD}" type="slidenum">
              <a:rPr lang="en-US" smtClean="0"/>
              <a:t>87</a:t>
            </a:fld>
            <a:endParaRPr lang="en-US"/>
          </a:p>
        </p:txBody>
      </p:sp>
      <p:sp>
        <p:nvSpPr>
          <p:cNvPr id="2" name="Google Shape;809;p48">
            <a:extLst>
              <a:ext uri="{FF2B5EF4-FFF2-40B4-BE49-F238E27FC236}">
                <a16:creationId xmlns:a16="http://schemas.microsoft.com/office/drawing/2014/main" id="{318FE1BC-7B64-171D-DD48-09CCAA4932AF}"/>
              </a:ext>
            </a:extLst>
          </p:cNvPr>
          <p:cNvSpPr txBox="1">
            <a:spLocks/>
          </p:cNvSpPr>
          <p:nvPr/>
        </p:nvSpPr>
        <p:spPr>
          <a:xfrm>
            <a:off x="3348879" y="249245"/>
            <a:ext cx="2446242" cy="6536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r>
              <a:rPr lang="en-US" dirty="0">
                <a:solidFill>
                  <a:schemeClr val="accent2">
                    <a:lumMod val="75000"/>
                    <a:lumOff val="25000"/>
                  </a:schemeClr>
                </a:solidFill>
                <a:latin typeface="Segoe UI Black" panose="020B0A02040204020203" pitchFamily="34" charset="0"/>
                <a:ea typeface="Segoe UI Black" panose="020B0A02040204020203" pitchFamily="34" charset="0"/>
                <a:cs typeface="Segoe UI" panose="020B0502040204020203" pitchFamily="34" charset="0"/>
              </a:rPr>
              <a:t>TỔNG KẾT</a:t>
            </a:r>
          </a:p>
        </p:txBody>
      </p:sp>
      <p:sp>
        <p:nvSpPr>
          <p:cNvPr id="6" name="TextBox 5">
            <a:extLst>
              <a:ext uri="{FF2B5EF4-FFF2-40B4-BE49-F238E27FC236}">
                <a16:creationId xmlns:a16="http://schemas.microsoft.com/office/drawing/2014/main" id="{72467A66-0CFA-42B8-A1E5-99BB09521319}"/>
              </a:ext>
            </a:extLst>
          </p:cNvPr>
          <p:cNvSpPr txBox="1"/>
          <p:nvPr/>
        </p:nvSpPr>
        <p:spPr>
          <a:xfrm>
            <a:off x="337353" y="902918"/>
            <a:ext cx="8469293" cy="2804999"/>
          </a:xfrm>
          <a:prstGeom prst="rect">
            <a:avLst/>
          </a:prstGeom>
          <a:noFill/>
        </p:spPr>
        <p:txBody>
          <a:bodyPr wrap="square">
            <a:spAutoFit/>
          </a:bodyPr>
          <a:lstStyle/>
          <a:p>
            <a:pPr algn="just">
              <a:lnSpc>
                <a:spcPct val="150000"/>
              </a:lnSpc>
            </a:pP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Hiểu</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được</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cách</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phát</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triển</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và</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bảo</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mật</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một</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ứng</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dụng</a:t>
            </a:r>
            <a:r>
              <a:rPr lang="en-US" sz="2000" dirty="0">
                <a:latin typeface="Segoe UI" panose="020B0502040204020203" pitchFamily="34" charset="0"/>
                <a:cs typeface="Segoe UI" panose="020B0502040204020203" pitchFamily="34" charset="0"/>
              </a:rPr>
              <a:t> Android Kotlin</a:t>
            </a:r>
          </a:p>
          <a:p>
            <a:pPr algn="just">
              <a:lnSpc>
                <a:spcPct val="150000"/>
              </a:lnSpc>
            </a:pPr>
            <a:r>
              <a:rPr lang="en-US" sz="2000" dirty="0">
                <a:latin typeface="Segoe UI" panose="020B0502040204020203" pitchFamily="34" charset="0"/>
                <a:cs typeface="Segoe UI" panose="020B0502040204020203" pitchFamily="34" charset="0"/>
              </a:rPr>
              <a:t>- Khai </a:t>
            </a:r>
            <a:r>
              <a:rPr lang="en-US" sz="2000" dirty="0" err="1">
                <a:latin typeface="Segoe UI" panose="020B0502040204020203" pitchFamily="34" charset="0"/>
                <a:cs typeface="Segoe UI" panose="020B0502040204020203" pitchFamily="34" charset="0"/>
              </a:rPr>
              <a:t>thác</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được</a:t>
            </a:r>
            <a:r>
              <a:rPr lang="en-US" sz="2000" dirty="0">
                <a:latin typeface="Segoe UI" panose="020B0502040204020203" pitchFamily="34" charset="0"/>
                <a:cs typeface="Segoe UI" panose="020B0502040204020203" pitchFamily="34" charset="0"/>
              </a:rPr>
              <a:t> </a:t>
            </a:r>
            <a:r>
              <a:rPr lang="vi-VN" sz="2000" dirty="0">
                <a:latin typeface="Segoe UI" panose="020B0502040204020203" pitchFamily="34" charset="0"/>
                <a:cs typeface="Segoe UI" panose="020B0502040204020203" pitchFamily="34" charset="0"/>
              </a:rPr>
              <a:t>các lỗ hổng bảo mật phổ biến trên ứng dụng di động (OWASP Mobile Top 10</a:t>
            </a:r>
            <a:r>
              <a:rPr lang="en-US" sz="2000" dirty="0">
                <a:latin typeface="Segoe UI" panose="020B0502040204020203" pitchFamily="34" charset="0"/>
                <a:cs typeface="Segoe UI" panose="020B0502040204020203" pitchFamily="34" charset="0"/>
              </a:rPr>
              <a:t> 2016</a:t>
            </a:r>
            <a:r>
              <a:rPr lang="vi-VN" sz="2000" dirty="0">
                <a:latin typeface="Segoe UI" panose="020B0502040204020203" pitchFamily="34" charset="0"/>
                <a:cs typeface="Segoe UI" panose="020B0502040204020203" pitchFamily="34" charset="0"/>
              </a:rPr>
              <a:t>)</a:t>
            </a:r>
            <a:endParaRPr lang="en-US" sz="2000" dirty="0">
              <a:latin typeface="Segoe UI" panose="020B0502040204020203" pitchFamily="34" charset="0"/>
              <a:cs typeface="Segoe UI" panose="020B0502040204020203" pitchFamily="34" charset="0"/>
            </a:endParaRPr>
          </a:p>
          <a:p>
            <a:pPr algn="just">
              <a:lnSpc>
                <a:spcPct val="150000"/>
              </a:lnSpc>
            </a:pP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Vận</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dụng</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được</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các</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thuật</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toán</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mật</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mã</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học</a:t>
            </a:r>
            <a:r>
              <a:rPr lang="en-US" sz="2000" dirty="0">
                <a:latin typeface="Segoe UI" panose="020B0502040204020203" pitchFamily="34" charset="0"/>
                <a:cs typeface="Segoe UI" panose="020B0502040204020203" pitchFamily="34" charset="0"/>
              </a:rPr>
              <a:t> </a:t>
            </a:r>
            <a:r>
              <a:rPr lang="vi-VN" sz="2000" dirty="0">
                <a:latin typeface="Segoe UI" panose="020B0502040204020203" pitchFamily="34" charset="0"/>
                <a:cs typeface="Segoe UI" panose="020B0502040204020203" pitchFamily="34" charset="0"/>
              </a:rPr>
              <a:t>hiện đại (AES-GCM, </a:t>
            </a:r>
            <a:r>
              <a:rPr lang="en-US" sz="2000" dirty="0" err="1">
                <a:latin typeface="Segoe UI" panose="020B0502040204020203" pitchFamily="34" charset="0"/>
                <a:cs typeface="Segoe UI" panose="020B0502040204020203" pitchFamily="34" charset="0"/>
              </a:rPr>
              <a:t>Bcrypt</a:t>
            </a:r>
            <a:r>
              <a:rPr lang="vi-VN" sz="2000" dirty="0">
                <a:latin typeface="Segoe UI" panose="020B0502040204020203" pitchFamily="34" charset="0"/>
                <a:cs typeface="Segoe UI" panose="020B0502040204020203" pitchFamily="34" charset="0"/>
              </a:rPr>
              <a:t>)</a:t>
            </a:r>
            <a:r>
              <a:rPr lang="en-US" sz="2000" dirty="0">
                <a:latin typeface="Segoe UI" panose="020B0502040204020203" pitchFamily="34" charset="0"/>
                <a:cs typeface="Segoe UI" panose="020B0502040204020203" pitchFamily="34" charset="0"/>
              </a:rPr>
              <a:t>.</a:t>
            </a:r>
          </a:p>
          <a:p>
            <a:pPr algn="just">
              <a:lnSpc>
                <a:spcPct val="150000"/>
              </a:lnSpc>
            </a:pP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Cơ</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chế</a:t>
            </a:r>
            <a:r>
              <a:rPr lang="en-US" sz="2000" dirty="0">
                <a:latin typeface="Segoe UI" panose="020B0502040204020203" pitchFamily="34" charset="0"/>
                <a:cs typeface="Segoe UI" panose="020B0502040204020203" pitchFamily="34" charset="0"/>
              </a:rPr>
              <a:t> </a:t>
            </a:r>
            <a:r>
              <a:rPr lang="vi-VN" sz="2000" dirty="0">
                <a:latin typeface="Segoe UI" panose="020B0502040204020203" pitchFamily="34" charset="0"/>
                <a:cs typeface="Segoe UI" panose="020B0502040204020203" pitchFamily="34" charset="0"/>
              </a:rPr>
              <a:t>phát hiện thiết bị bị root</a:t>
            </a:r>
            <a:endParaRPr lang="en-US" sz="2000" dirty="0">
              <a:latin typeface="Segoe UI" panose="020B0502040204020203" pitchFamily="34" charset="0"/>
              <a:cs typeface="Segoe UI" panose="020B0502040204020203" pitchFamily="34" charset="0"/>
            </a:endParaRPr>
          </a:p>
          <a:p>
            <a:pPr algn="just">
              <a:lnSpc>
                <a:spcPct val="150000"/>
              </a:lnSpc>
            </a:pP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Biết</a:t>
            </a:r>
            <a:r>
              <a:rPr lang="en-US" sz="2000" dirty="0">
                <a:latin typeface="Segoe UI" panose="020B0502040204020203" pitchFamily="34" charset="0"/>
                <a:cs typeface="Segoe UI" panose="020B0502040204020203" pitchFamily="34" charset="0"/>
              </a:rPr>
              <a:t> </a:t>
            </a:r>
            <a:r>
              <a:rPr lang="en-US" sz="2000" dirty="0" err="1">
                <a:latin typeface="Segoe UI" panose="020B0502040204020203" pitchFamily="34" charset="0"/>
                <a:cs typeface="Segoe UI" panose="020B0502040204020203" pitchFamily="34" charset="0"/>
              </a:rPr>
              <a:t>cách</a:t>
            </a:r>
            <a:r>
              <a:rPr lang="en-US" sz="2000" dirty="0">
                <a:latin typeface="Segoe UI" panose="020B0502040204020203" pitchFamily="34" charset="0"/>
                <a:cs typeface="Segoe UI" panose="020B0502040204020203" pitchFamily="34" charset="0"/>
              </a:rPr>
              <a:t> s</a:t>
            </a:r>
            <a:r>
              <a:rPr lang="vi-VN" sz="2000" dirty="0">
                <a:latin typeface="Segoe UI" panose="020B0502040204020203" pitchFamily="34" charset="0"/>
                <a:cs typeface="Segoe UI" panose="020B0502040204020203" pitchFamily="34" charset="0"/>
              </a:rPr>
              <a:t>ử dụng Android Keystore để bảo vệ khóa an toàn. </a:t>
            </a:r>
            <a:endParaRPr lang="en-US"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268880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C9FACBE1-D965-E586-F3CB-42C07C7D20FD}"/>
            </a:ext>
          </a:extLst>
        </p:cNvPr>
        <p:cNvGrpSpPr/>
        <p:nvPr/>
      </p:nvGrpSpPr>
      <p:grpSpPr>
        <a:xfrm>
          <a:off x="0" y="0"/>
          <a:ext cx="0" cy="0"/>
          <a:chOff x="0" y="0"/>
          <a:chExt cx="0" cy="0"/>
        </a:xfrm>
      </p:grpSpPr>
      <p:grpSp>
        <p:nvGrpSpPr>
          <p:cNvPr id="233" name="Google Shape;233;p30">
            <a:extLst>
              <a:ext uri="{FF2B5EF4-FFF2-40B4-BE49-F238E27FC236}">
                <a16:creationId xmlns:a16="http://schemas.microsoft.com/office/drawing/2014/main" id="{A52654F8-8D5C-5370-CBBC-776887C9B253}"/>
              </a:ext>
            </a:extLst>
          </p:cNvPr>
          <p:cNvGrpSpPr/>
          <p:nvPr/>
        </p:nvGrpSpPr>
        <p:grpSpPr>
          <a:xfrm>
            <a:off x="-362238" y="-1623125"/>
            <a:ext cx="2877606" cy="2542980"/>
            <a:chOff x="-362238" y="-1775525"/>
            <a:chExt cx="2877606" cy="2542980"/>
          </a:xfrm>
        </p:grpSpPr>
        <p:sp>
          <p:nvSpPr>
            <p:cNvPr id="234" name="Google Shape;234;p30">
              <a:extLst>
                <a:ext uri="{FF2B5EF4-FFF2-40B4-BE49-F238E27FC236}">
                  <a16:creationId xmlns:a16="http://schemas.microsoft.com/office/drawing/2014/main" id="{5FA4FD21-75AC-BA93-2B72-792ADCF37BCE}"/>
                </a:ext>
              </a:extLst>
            </p:cNvPr>
            <p:cNvSpPr/>
            <p:nvPr/>
          </p:nvSpPr>
          <p:spPr>
            <a:xfrm>
              <a:off x="-45350" y="-1775525"/>
              <a:ext cx="2560719" cy="2542980"/>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30">
              <a:extLst>
                <a:ext uri="{FF2B5EF4-FFF2-40B4-BE49-F238E27FC236}">
                  <a16:creationId xmlns:a16="http://schemas.microsoft.com/office/drawing/2014/main" id="{3790C150-28DA-1690-DEF3-35177D02E24B}"/>
                </a:ext>
              </a:extLst>
            </p:cNvPr>
            <p:cNvSpPr/>
            <p:nvPr/>
          </p:nvSpPr>
          <p:spPr>
            <a:xfrm>
              <a:off x="-362238" y="-1071732"/>
              <a:ext cx="1532504" cy="1521883"/>
            </a:xfrm>
            <a:custGeom>
              <a:avLst/>
              <a:gdLst/>
              <a:ahLst/>
              <a:cxnLst/>
              <a:rect l="l" t="t" r="r" b="b"/>
              <a:pathLst>
                <a:path w="853" h="849" extrusionOk="0">
                  <a:moveTo>
                    <a:pt x="360" y="812"/>
                  </a:moveTo>
                  <a:cubicBezTo>
                    <a:pt x="39" y="495"/>
                    <a:pt x="39" y="495"/>
                    <a:pt x="39" y="495"/>
                  </a:cubicBezTo>
                  <a:cubicBezTo>
                    <a:pt x="0" y="456"/>
                    <a:pt x="0" y="392"/>
                    <a:pt x="39" y="354"/>
                  </a:cubicBezTo>
                  <a:cubicBezTo>
                    <a:pt x="360" y="37"/>
                    <a:pt x="360" y="37"/>
                    <a:pt x="360" y="37"/>
                  </a:cubicBezTo>
                  <a:cubicBezTo>
                    <a:pt x="397" y="0"/>
                    <a:pt x="456" y="0"/>
                    <a:pt x="494" y="37"/>
                  </a:cubicBezTo>
                  <a:cubicBezTo>
                    <a:pt x="814" y="354"/>
                    <a:pt x="814" y="354"/>
                    <a:pt x="814" y="354"/>
                  </a:cubicBezTo>
                  <a:cubicBezTo>
                    <a:pt x="853" y="392"/>
                    <a:pt x="853" y="456"/>
                    <a:pt x="814" y="495"/>
                  </a:cubicBezTo>
                  <a:cubicBezTo>
                    <a:pt x="494" y="812"/>
                    <a:pt x="494" y="812"/>
                    <a:pt x="494" y="812"/>
                  </a:cubicBezTo>
                  <a:cubicBezTo>
                    <a:pt x="456" y="849"/>
                    <a:pt x="397" y="849"/>
                    <a:pt x="360" y="812"/>
                  </a:cubicBezTo>
                  <a:close/>
                </a:path>
              </a:pathLst>
            </a:custGeom>
            <a:solidFill>
              <a:srgbClr val="33CFF8">
                <a:alpha val="5346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37" name="Google Shape;237;p30">
            <a:extLst>
              <a:ext uri="{FF2B5EF4-FFF2-40B4-BE49-F238E27FC236}">
                <a16:creationId xmlns:a16="http://schemas.microsoft.com/office/drawing/2014/main" id="{7A098BCB-E3F8-030A-6476-3F6961B32263}"/>
              </a:ext>
            </a:extLst>
          </p:cNvPr>
          <p:cNvPicPr preferRelativeResize="0"/>
          <p:nvPr/>
        </p:nvPicPr>
        <p:blipFill>
          <a:blip r:embed="rId3">
            <a:alphaModFix/>
          </a:blip>
          <a:stretch>
            <a:fillRect/>
          </a:stretch>
        </p:blipFill>
        <p:spPr>
          <a:xfrm rot="10800000">
            <a:off x="6639623" y="3569263"/>
            <a:ext cx="3587600" cy="2515475"/>
          </a:xfrm>
          <a:prstGeom prst="rect">
            <a:avLst/>
          </a:prstGeom>
          <a:noFill/>
          <a:ln>
            <a:noFill/>
          </a:ln>
        </p:spPr>
      </p:pic>
      <p:sp>
        <p:nvSpPr>
          <p:cNvPr id="3" name="Slide Number Placeholder 2">
            <a:extLst>
              <a:ext uri="{FF2B5EF4-FFF2-40B4-BE49-F238E27FC236}">
                <a16:creationId xmlns:a16="http://schemas.microsoft.com/office/drawing/2014/main" id="{8BAD213A-9CB1-8578-3F59-5CD438D51883}"/>
              </a:ext>
            </a:extLst>
          </p:cNvPr>
          <p:cNvSpPr>
            <a:spLocks noGrp="1"/>
          </p:cNvSpPr>
          <p:nvPr>
            <p:ph type="sldNum" sz="quarter" idx="12"/>
          </p:nvPr>
        </p:nvSpPr>
        <p:spPr/>
        <p:txBody>
          <a:bodyPr/>
          <a:lstStyle/>
          <a:p>
            <a:fld id="{CF8920F0-685D-4D8A-A9EF-3EE1A60245BD}" type="slidenum">
              <a:rPr lang="en-US" smtClean="0"/>
              <a:t>88</a:t>
            </a:fld>
            <a:endParaRPr lang="en-US"/>
          </a:p>
        </p:txBody>
      </p:sp>
      <p:sp>
        <p:nvSpPr>
          <p:cNvPr id="9" name="Slide Number Placeholder 2">
            <a:extLst>
              <a:ext uri="{FF2B5EF4-FFF2-40B4-BE49-F238E27FC236}">
                <a16:creationId xmlns:a16="http://schemas.microsoft.com/office/drawing/2014/main" id="{8587484B-9AA3-FF73-3B93-26C8BB839867}"/>
              </a:ext>
            </a:extLst>
          </p:cNvPr>
          <p:cNvSpPr txBox="1">
            <a:spLocks/>
          </p:cNvSpPr>
          <p:nvPr/>
        </p:nvSpPr>
        <p:spPr>
          <a:xfrm>
            <a:off x="6960870" y="4739618"/>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CF8920F0-685D-4D8A-A9EF-3EE1A60245BD}" type="slidenum">
              <a:rPr lang="en-US" smtClean="0"/>
              <a:pPr/>
              <a:t>88</a:t>
            </a:fld>
            <a:endParaRPr lang="en-US"/>
          </a:p>
        </p:txBody>
      </p:sp>
      <p:sp>
        <p:nvSpPr>
          <p:cNvPr id="2" name="Google Shape;198;p27">
            <a:extLst>
              <a:ext uri="{FF2B5EF4-FFF2-40B4-BE49-F238E27FC236}">
                <a16:creationId xmlns:a16="http://schemas.microsoft.com/office/drawing/2014/main" id="{2AC2549F-C871-0F66-761E-D8C6731A353E}"/>
              </a:ext>
            </a:extLst>
          </p:cNvPr>
          <p:cNvSpPr txBox="1">
            <a:spLocks/>
          </p:cNvSpPr>
          <p:nvPr/>
        </p:nvSpPr>
        <p:spPr>
          <a:xfrm>
            <a:off x="1041118" y="1533419"/>
            <a:ext cx="7061763" cy="20766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pPr algn="ctr"/>
            <a:r>
              <a:rPr lang="en-US" sz="6000" dirty="0">
                <a:solidFill>
                  <a:schemeClr val="accent2">
                    <a:lumMod val="90000"/>
                    <a:lumOff val="10000"/>
                  </a:schemeClr>
                </a:solidFill>
                <a:latin typeface="Segoe UI Black" panose="020B0A02040204020203" pitchFamily="34" charset="0"/>
                <a:ea typeface="Segoe UI Black" panose="020B0A02040204020203" pitchFamily="34" charset="0"/>
                <a:cs typeface="Segoe UI" panose="020B0502040204020203" pitchFamily="34" charset="0"/>
              </a:rPr>
              <a:t>THANKS FOR</a:t>
            </a:r>
          </a:p>
          <a:p>
            <a:pPr algn="ctr"/>
            <a:r>
              <a:rPr lang="en-US" sz="6000" dirty="0">
                <a:solidFill>
                  <a:schemeClr val="accent2">
                    <a:lumMod val="90000"/>
                    <a:lumOff val="10000"/>
                  </a:schemeClr>
                </a:solidFill>
                <a:latin typeface="Segoe UI Black" panose="020B0A02040204020203" pitchFamily="34" charset="0"/>
                <a:ea typeface="Segoe UI Black" panose="020B0A02040204020203" pitchFamily="34" charset="0"/>
                <a:cs typeface="Segoe UI" panose="020B0502040204020203" pitchFamily="34" charset="0"/>
              </a:rPr>
              <a:t>LISTENING !</a:t>
            </a:r>
          </a:p>
        </p:txBody>
      </p:sp>
    </p:spTree>
    <p:extLst>
      <p:ext uri="{BB962C8B-B14F-4D97-AF65-F5344CB8AC3E}">
        <p14:creationId xmlns:p14="http://schemas.microsoft.com/office/powerpoint/2010/main" val="35758003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theme/theme1.xml><?xml version="1.0" encoding="utf-8"?>
<a:theme xmlns:a="http://schemas.openxmlformats.org/drawingml/2006/main" name="Corporate Strategy Consulting by Slidesgo">
  <a:themeElements>
    <a:clrScheme name="Simple Light">
      <a:dk1>
        <a:srgbClr val="262C3B"/>
      </a:dk1>
      <a:lt1>
        <a:srgbClr val="FFFFFF"/>
      </a:lt1>
      <a:dk2>
        <a:srgbClr val="33CFF8"/>
      </a:dk2>
      <a:lt2>
        <a:srgbClr val="1DA2DB"/>
      </a:lt2>
      <a:accent1>
        <a:srgbClr val="02459D"/>
      </a:accent1>
      <a:accent2>
        <a:srgbClr val="01203D"/>
      </a:accent2>
      <a:accent3>
        <a:srgbClr val="FFFFFF"/>
      </a:accent3>
      <a:accent4>
        <a:srgbClr val="FFFFFF"/>
      </a:accent4>
      <a:accent5>
        <a:srgbClr val="FFFFFF"/>
      </a:accent5>
      <a:accent6>
        <a:srgbClr val="FFFFFF"/>
      </a:accent6>
      <a:hlink>
        <a:srgbClr val="262C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3917</Words>
  <Application>Microsoft Office PowerPoint</Application>
  <PresentationFormat>On-screen Show (16:9)</PresentationFormat>
  <Paragraphs>482</Paragraphs>
  <Slides>88</Slides>
  <Notes>84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88</vt:i4>
      </vt:variant>
    </vt:vector>
  </HeadingPairs>
  <TitlesOfParts>
    <vt:vector size="99" baseType="lpstr">
      <vt:lpstr>Figtree</vt:lpstr>
      <vt:lpstr>Segoe UI Variable Text</vt:lpstr>
      <vt:lpstr>Segoe UI</vt:lpstr>
      <vt:lpstr>Arial</vt:lpstr>
      <vt:lpstr>Calibri</vt:lpstr>
      <vt:lpstr>Segoe UI Black</vt:lpstr>
      <vt:lpstr>Roboto Condensed Light</vt:lpstr>
      <vt:lpstr>Onest</vt:lpstr>
      <vt:lpstr>Open Sans</vt:lpstr>
      <vt:lpstr>Montserrat</vt:lpstr>
      <vt:lpstr>Corporate Strategy Consulting by Slidesgo</vt:lpstr>
      <vt:lpstr>A18 - PHÁT TRIỂN VÀ BẢO MẬT ỨNG DỤNG ANDROID KOTLIN</vt:lpstr>
      <vt:lpstr>NỘI DUNG BÁO CÁO</vt:lpstr>
      <vt:lpstr>1 THÔNG TIN CHUNG</vt:lpstr>
      <vt:lpstr>PowerPoint Presentation</vt:lpstr>
      <vt:lpstr>CẢI TIẾN TRẢI NGHIỆM NGƯỜI DÙNG TRONG APP</vt:lpstr>
      <vt:lpstr>PowerPoint Presentation</vt:lpstr>
      <vt:lpstr>PowerPoint Presentation</vt:lpstr>
      <vt:lpstr>2 KHAI THÁC VÀ CẢI TIẾN CÁC LỖ HỔNG</vt:lpstr>
      <vt:lpstr>ANDROID KEYSTORE</vt:lpstr>
      <vt:lpstr>ĐẶC ĐIỂM CHÍNH</vt:lpstr>
      <vt:lpstr>ĐẶC ĐIỂM CHÍNH</vt:lpstr>
      <vt:lpstr>PREFERENCEHELPER</vt:lpstr>
      <vt:lpstr>HÀM SETSTRING</vt:lpstr>
      <vt:lpstr>HÀM GETSTRING</vt:lpstr>
      <vt:lpstr>KẾT QUẢ</vt:lpstr>
      <vt:lpstr>IMPROPER PLATFORM USAGE (SỬ DỤNG NỀN TẢNG KHÔNG ĐÚNG CÁCH) </vt:lpstr>
      <vt:lpstr>PHÂN TÍCH</vt:lpstr>
      <vt:lpstr>PHÂN TÍCH</vt:lpstr>
      <vt:lpstr>PHÂN TÍCH</vt:lpstr>
      <vt:lpstr>PHÂN TÍCH</vt:lpstr>
      <vt:lpstr>PHÂN TÍCH</vt:lpstr>
      <vt:lpstr>PHÂN TÍCH</vt:lpstr>
      <vt:lpstr>CẢI TIẾN</vt:lpstr>
      <vt:lpstr>CẢI TIẾN</vt:lpstr>
      <vt:lpstr>TÁC DỤNG</vt:lpstr>
      <vt:lpstr>KẾT LUẬN</vt:lpstr>
      <vt:lpstr>INSECURE DATA STORAGE (LƯU TRỮ DỮ LIỆU KHÔNG AN TOÀN)</vt:lpstr>
      <vt:lpstr>PHÂN TÍCH</vt:lpstr>
      <vt:lpstr>PHÂN TÍCH</vt:lpstr>
      <vt:lpstr>PHÂN TÍCH</vt:lpstr>
      <vt:lpstr>CẢI TIẾN</vt:lpstr>
      <vt:lpstr>CẢI TIẾN</vt:lpstr>
      <vt:lpstr>TÁC DỤNG</vt:lpstr>
      <vt:lpstr>KẾT LUẬN</vt:lpstr>
      <vt:lpstr>INSECURE COMMUNICATION  (GIAO TIẾP KHÔNG AN TOÀN)</vt:lpstr>
      <vt:lpstr>PHÂN TÍCH</vt:lpstr>
      <vt:lpstr>PHÂN TÍCH</vt:lpstr>
      <vt:lpstr>PHÂN TÍCH</vt:lpstr>
      <vt:lpstr>CẢI TIẾN</vt:lpstr>
      <vt:lpstr>CẢI TIẾN</vt:lpstr>
      <vt:lpstr>CẢI TIẾN</vt:lpstr>
      <vt:lpstr>TÁC DỤNG</vt:lpstr>
      <vt:lpstr>KẾT LUẬN</vt:lpstr>
      <vt:lpstr>INSECURE AUTHENTICATION  (XÁC THỰC KHÔNG AN TOÀN)</vt:lpstr>
      <vt:lpstr>PHÂN TÍCH</vt:lpstr>
      <vt:lpstr>CẢI TIẾN</vt:lpstr>
      <vt:lpstr>CẢI TIẾN</vt:lpstr>
      <vt:lpstr>CẢI TIẾN</vt:lpstr>
      <vt:lpstr>TÁC DỤNG</vt:lpstr>
      <vt:lpstr>KẾT LUẬN</vt:lpstr>
      <vt:lpstr>INSUFFICIENT CRYPTOGRAPHY  (MÃ HÓA KHÔNG ĐỦ MẠNH) </vt:lpstr>
      <vt:lpstr>PHÂN TÍCH</vt:lpstr>
      <vt:lpstr>PHÂN TÍCH</vt:lpstr>
      <vt:lpstr>CẢI TIẾN</vt:lpstr>
      <vt:lpstr>PowerPoint Presentation</vt:lpstr>
      <vt:lpstr>TÁC DỤNG</vt:lpstr>
      <vt:lpstr>TÁC DỤNG</vt:lpstr>
      <vt:lpstr>KẾT LUẬN</vt:lpstr>
      <vt:lpstr>INSECURE AUTHORIZATION  (ỦY QUYỀN KHÔNG AN TOÀN)</vt:lpstr>
      <vt:lpstr>PHÂN TÍCH</vt:lpstr>
      <vt:lpstr>PowerPoint Presentation</vt:lpstr>
      <vt:lpstr>PowerPoint Presentation</vt:lpstr>
      <vt:lpstr>CẢI TIẾN</vt:lpstr>
      <vt:lpstr>CẢI TIẾN</vt:lpstr>
      <vt:lpstr>TÁC DỤNG</vt:lpstr>
      <vt:lpstr>KẾT LUẬN</vt:lpstr>
      <vt:lpstr>CODE TAMPERING  (SỬA ĐỔI MÃ NGUỒN)</vt:lpstr>
      <vt:lpstr>PHÂN TÍCH</vt:lpstr>
      <vt:lpstr>PHÂN TÍCH</vt:lpstr>
      <vt:lpstr>CẢI TIẾN</vt:lpstr>
      <vt:lpstr>CẢI TIẾN</vt:lpstr>
      <vt:lpstr>CẢI TIẾN</vt:lpstr>
      <vt:lpstr>CẢI TIẾN</vt:lpstr>
      <vt:lpstr>CẢI TIẾN</vt:lpstr>
      <vt:lpstr>CẢI TIẾN</vt:lpstr>
      <vt:lpstr>TÁC DỤNG</vt:lpstr>
      <vt:lpstr>KẾT LUẬN</vt:lpstr>
      <vt:lpstr>REVERSE ENGINEERING  (KỸ THUẬT DỊCH NGƯỢC)</vt:lpstr>
      <vt:lpstr>PHÂN TÍCH</vt:lpstr>
      <vt:lpstr>PHÂN TÍCH </vt:lpstr>
      <vt:lpstr>PowerPoint Presentation</vt:lpstr>
      <vt:lpstr>EXTRANEOUS FUNCTIONALITY (CHỨC NĂNG KHÔNG CẦN THIẾT)</vt:lpstr>
      <vt:lpstr>PHÂN TÍCH</vt:lpstr>
      <vt:lpstr>PHÂN TÍCH</vt:lpstr>
      <vt:lpstr>PHÂN TÍCH</vt:lpstr>
      <vt:lpstr>3 TỔNG KẾT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Lại Quan Thiên</cp:lastModifiedBy>
  <cp:revision>5</cp:revision>
  <dcterms:modified xsi:type="dcterms:W3CDTF">2025-01-01T12:32:32Z</dcterms:modified>
</cp:coreProperties>
</file>